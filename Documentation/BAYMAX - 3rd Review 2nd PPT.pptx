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ublic Sans Bold" charset="1" panose="00000000000000000000"/>
      <p:regular r:id="rId16"/>
    </p:embeddedFont>
    <p:embeddedFont>
      <p:font typeface="Playfair Display 1" charset="1" panose="00000500000000000000"/>
      <p:regular r:id="rId17"/>
    </p:embeddedFont>
    <p:embeddedFont>
      <p:font typeface="Playfair Display 2" charset="1" panose="00000000000000000000"/>
      <p:regular r:id="rId18"/>
    </p:embeddedFont>
    <p:embeddedFont>
      <p:font typeface="Playfair Display 2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(USE CASE &amp; SEQUENCE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27801" y="8630746"/>
            <a:ext cx="3145370" cy="7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AI Care Taker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42720" y="2011272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05669" y="3926387"/>
            <a:ext cx="2599456" cy="25994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0631" y="0"/>
                  </a:moveTo>
                  <a:lnTo>
                    <a:pt x="762169" y="0"/>
                  </a:lnTo>
                  <a:cubicBezTo>
                    <a:pt x="775597" y="0"/>
                    <a:pt x="788475" y="5334"/>
                    <a:pt x="797971" y="14829"/>
                  </a:cubicBezTo>
                  <a:cubicBezTo>
                    <a:pt x="807466" y="24325"/>
                    <a:pt x="812800" y="37203"/>
                    <a:pt x="812800" y="50631"/>
                  </a:cubicBezTo>
                  <a:lnTo>
                    <a:pt x="812800" y="762169"/>
                  </a:lnTo>
                  <a:cubicBezTo>
                    <a:pt x="812800" y="775597"/>
                    <a:pt x="807466" y="788475"/>
                    <a:pt x="797971" y="797971"/>
                  </a:cubicBezTo>
                  <a:cubicBezTo>
                    <a:pt x="788475" y="807466"/>
                    <a:pt x="775597" y="812800"/>
                    <a:pt x="762169" y="812800"/>
                  </a:cubicBezTo>
                  <a:lnTo>
                    <a:pt x="50631" y="812800"/>
                  </a:lnTo>
                  <a:cubicBezTo>
                    <a:pt x="37203" y="812800"/>
                    <a:pt x="24325" y="807466"/>
                    <a:pt x="14829" y="797971"/>
                  </a:cubicBezTo>
                  <a:cubicBezTo>
                    <a:pt x="5334" y="788475"/>
                    <a:pt x="0" y="775597"/>
                    <a:pt x="0" y="762169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238911" y="4163798"/>
            <a:ext cx="1096200" cy="1062318"/>
          </a:xfrm>
          <a:custGeom>
            <a:avLst/>
            <a:gdLst/>
            <a:ahLst/>
            <a:cxnLst/>
            <a:rect r="r" b="b" t="t" l="l"/>
            <a:pathLst>
              <a:path h="1062318" w="1096200">
                <a:moveTo>
                  <a:pt x="0" y="0"/>
                </a:moveTo>
                <a:lnTo>
                  <a:pt x="1096200" y="0"/>
                </a:lnTo>
                <a:lnTo>
                  <a:pt x="1096200" y="1062318"/>
                </a:lnTo>
                <a:lnTo>
                  <a:pt x="0" y="1062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196766" y="7640269"/>
            <a:ext cx="6330391" cy="2021129"/>
            <a:chOff x="0" y="0"/>
            <a:chExt cx="1979391" cy="631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9391" cy="631968"/>
            </a:xfrm>
            <a:custGeom>
              <a:avLst/>
              <a:gdLst/>
              <a:ahLst/>
              <a:cxnLst/>
              <a:rect r="r" b="b" t="t" l="l"/>
              <a:pathLst>
                <a:path h="631968" w="1979391">
                  <a:moveTo>
                    <a:pt x="20791" y="0"/>
                  </a:moveTo>
                  <a:lnTo>
                    <a:pt x="1958601" y="0"/>
                  </a:lnTo>
                  <a:cubicBezTo>
                    <a:pt x="1964115" y="0"/>
                    <a:pt x="1969403" y="2190"/>
                    <a:pt x="1973302" y="6089"/>
                  </a:cubicBezTo>
                  <a:cubicBezTo>
                    <a:pt x="1977201" y="9988"/>
                    <a:pt x="1979391" y="15277"/>
                    <a:pt x="1979391" y="20791"/>
                  </a:cubicBezTo>
                  <a:lnTo>
                    <a:pt x="1979391" y="611178"/>
                  </a:lnTo>
                  <a:cubicBezTo>
                    <a:pt x="1979391" y="616692"/>
                    <a:pt x="1977201" y="621980"/>
                    <a:pt x="1973302" y="625879"/>
                  </a:cubicBezTo>
                  <a:cubicBezTo>
                    <a:pt x="1969403" y="629778"/>
                    <a:pt x="1964115" y="631968"/>
                    <a:pt x="1958601" y="631968"/>
                  </a:cubicBezTo>
                  <a:lnTo>
                    <a:pt x="20791" y="631968"/>
                  </a:lnTo>
                  <a:cubicBezTo>
                    <a:pt x="15277" y="631968"/>
                    <a:pt x="9988" y="629778"/>
                    <a:pt x="6089" y="625879"/>
                  </a:cubicBezTo>
                  <a:cubicBezTo>
                    <a:pt x="2190" y="621980"/>
                    <a:pt x="0" y="616692"/>
                    <a:pt x="0" y="611178"/>
                  </a:cubicBezTo>
                  <a:lnTo>
                    <a:pt x="0" y="20791"/>
                  </a:lnTo>
                  <a:cubicBezTo>
                    <a:pt x="0" y="15277"/>
                    <a:pt x="2190" y="9988"/>
                    <a:pt x="6089" y="6089"/>
                  </a:cubicBezTo>
                  <a:cubicBezTo>
                    <a:pt x="9988" y="2190"/>
                    <a:pt x="15277" y="0"/>
                    <a:pt x="20791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9391" cy="67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424236" y="7801491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98754" y="6902399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 USER DATA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019532" y="6525844"/>
            <a:ext cx="0" cy="41465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7019532" y="7225614"/>
            <a:ext cx="0" cy="41465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406397" y="8459589"/>
            <a:ext cx="2302063" cy="522277"/>
            <a:chOff x="0" y="0"/>
            <a:chExt cx="606305" cy="1375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6305" cy="137554"/>
            </a:xfrm>
            <a:custGeom>
              <a:avLst/>
              <a:gdLst/>
              <a:ahLst/>
              <a:cxnLst/>
              <a:rect r="r" b="b" t="t" l="l"/>
              <a:pathLst>
                <a:path h="137554" w="606305">
                  <a:moveTo>
                    <a:pt x="0" y="0"/>
                  </a:moveTo>
                  <a:lnTo>
                    <a:pt x="606305" y="0"/>
                  </a:lnTo>
                  <a:lnTo>
                    <a:pt x="606305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6305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06397" y="8943766"/>
            <a:ext cx="5762640" cy="522277"/>
            <a:chOff x="0" y="0"/>
            <a:chExt cx="1517732" cy="1375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17732" cy="137554"/>
            </a:xfrm>
            <a:custGeom>
              <a:avLst/>
              <a:gdLst/>
              <a:ahLst/>
              <a:cxnLst/>
              <a:rect r="r" b="b" t="t" l="l"/>
              <a:pathLst>
                <a:path h="137554" w="1517732">
                  <a:moveTo>
                    <a:pt x="0" y="0"/>
                  </a:moveTo>
                  <a:lnTo>
                    <a:pt x="1517732" y="0"/>
                  </a:lnTo>
                  <a:lnTo>
                    <a:pt x="1517732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17732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435233" y="8540070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3882" y="8459589"/>
            <a:ext cx="3505154" cy="522277"/>
            <a:chOff x="0" y="0"/>
            <a:chExt cx="923168" cy="1375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3168" cy="137554"/>
            </a:xfrm>
            <a:custGeom>
              <a:avLst/>
              <a:gdLst/>
              <a:ahLst/>
              <a:cxnLst/>
              <a:rect r="r" b="b" t="t" l="l"/>
              <a:pathLst>
                <a:path h="137554" w="923168">
                  <a:moveTo>
                    <a:pt x="0" y="0"/>
                  </a:moveTo>
                  <a:lnTo>
                    <a:pt x="923168" y="0"/>
                  </a:lnTo>
                  <a:lnTo>
                    <a:pt x="923168" y="137554"/>
                  </a:lnTo>
                  <a:lnTo>
                    <a:pt x="0" y="137554"/>
                  </a:ln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23168" cy="17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00195" y="5083357"/>
            <a:ext cx="2464278" cy="2504921"/>
            <a:chOff x="0" y="0"/>
            <a:chExt cx="649028" cy="6597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9028" cy="659732"/>
            </a:xfrm>
            <a:custGeom>
              <a:avLst/>
              <a:gdLst/>
              <a:ahLst/>
              <a:cxnLst/>
              <a:rect r="r" b="b" t="t" l="l"/>
              <a:pathLst>
                <a:path h="659732" w="649028">
                  <a:moveTo>
                    <a:pt x="53408" y="0"/>
                  </a:moveTo>
                  <a:lnTo>
                    <a:pt x="595620" y="0"/>
                  </a:lnTo>
                  <a:cubicBezTo>
                    <a:pt x="609784" y="0"/>
                    <a:pt x="623369" y="5627"/>
                    <a:pt x="633385" y="15643"/>
                  </a:cubicBezTo>
                  <a:cubicBezTo>
                    <a:pt x="643401" y="25659"/>
                    <a:pt x="649028" y="39243"/>
                    <a:pt x="649028" y="53408"/>
                  </a:cubicBezTo>
                  <a:lnTo>
                    <a:pt x="649028" y="606324"/>
                  </a:lnTo>
                  <a:cubicBezTo>
                    <a:pt x="649028" y="620489"/>
                    <a:pt x="643401" y="634073"/>
                    <a:pt x="633385" y="644089"/>
                  </a:cubicBezTo>
                  <a:cubicBezTo>
                    <a:pt x="623369" y="654105"/>
                    <a:pt x="609784" y="659732"/>
                    <a:pt x="595620" y="659732"/>
                  </a:cubicBezTo>
                  <a:lnTo>
                    <a:pt x="53408" y="659732"/>
                  </a:lnTo>
                  <a:cubicBezTo>
                    <a:pt x="39243" y="659732"/>
                    <a:pt x="25659" y="654105"/>
                    <a:pt x="15643" y="644089"/>
                  </a:cubicBezTo>
                  <a:cubicBezTo>
                    <a:pt x="5627" y="634073"/>
                    <a:pt x="0" y="620489"/>
                    <a:pt x="0" y="606324"/>
                  </a:cubicBezTo>
                  <a:lnTo>
                    <a:pt x="0" y="53408"/>
                  </a:lnTo>
                  <a:cubicBezTo>
                    <a:pt x="0" y="39243"/>
                    <a:pt x="5627" y="25659"/>
                    <a:pt x="15643" y="15643"/>
                  </a:cubicBezTo>
                  <a:cubicBezTo>
                    <a:pt x="25659" y="5627"/>
                    <a:pt x="39243" y="0"/>
                    <a:pt x="5340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9028" cy="697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600195" y="5952254"/>
            <a:ext cx="246427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2456577" y="3183353"/>
            <a:ext cx="0" cy="190000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2456577" y="3183353"/>
            <a:ext cx="633005" cy="121928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2832334" y="7588278"/>
            <a:ext cx="1364432" cy="135548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8027661" y="6525844"/>
            <a:ext cx="0" cy="111442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6039588" y="4402637"/>
            <a:ext cx="466081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5740682" y="3669212"/>
            <a:ext cx="2064715" cy="25717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5" id="35"/>
          <p:cNvSpPr txBox="true"/>
          <p:nvPr/>
        </p:nvSpPr>
        <p:spPr>
          <a:xfrm rot="0">
            <a:off x="4744330" y="3012622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CREDENTIALS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5740682" y="2783387"/>
            <a:ext cx="0" cy="26733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2961037" y="2435368"/>
            <a:ext cx="65079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2735458" y="3365533"/>
            <a:ext cx="3523125" cy="2679414"/>
            <a:chOff x="0" y="0"/>
            <a:chExt cx="927901" cy="7056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7901" cy="705689"/>
            </a:xfrm>
            <a:custGeom>
              <a:avLst/>
              <a:gdLst/>
              <a:ahLst/>
              <a:cxnLst/>
              <a:rect r="r" b="b" t="t" l="l"/>
              <a:pathLst>
                <a:path h="705689" w="927901">
                  <a:moveTo>
                    <a:pt x="37357" y="0"/>
                  </a:moveTo>
                  <a:lnTo>
                    <a:pt x="890544" y="0"/>
                  </a:lnTo>
                  <a:cubicBezTo>
                    <a:pt x="900452" y="0"/>
                    <a:pt x="909954" y="3936"/>
                    <a:pt x="916960" y="10942"/>
                  </a:cubicBezTo>
                  <a:cubicBezTo>
                    <a:pt x="923966" y="17947"/>
                    <a:pt x="927901" y="27449"/>
                    <a:pt x="927901" y="37357"/>
                  </a:cubicBezTo>
                  <a:lnTo>
                    <a:pt x="927901" y="668333"/>
                  </a:lnTo>
                  <a:cubicBezTo>
                    <a:pt x="927901" y="678240"/>
                    <a:pt x="923966" y="687742"/>
                    <a:pt x="916960" y="694748"/>
                  </a:cubicBezTo>
                  <a:cubicBezTo>
                    <a:pt x="909954" y="701753"/>
                    <a:pt x="900452" y="705689"/>
                    <a:pt x="890544" y="705689"/>
                  </a:cubicBezTo>
                  <a:lnTo>
                    <a:pt x="37357" y="705689"/>
                  </a:lnTo>
                  <a:cubicBezTo>
                    <a:pt x="27449" y="705689"/>
                    <a:pt x="17947" y="701753"/>
                    <a:pt x="10942" y="694748"/>
                  </a:cubicBezTo>
                  <a:cubicBezTo>
                    <a:pt x="3936" y="687742"/>
                    <a:pt x="0" y="678240"/>
                    <a:pt x="0" y="668333"/>
                  </a:cubicBezTo>
                  <a:lnTo>
                    <a:pt x="0" y="37357"/>
                  </a:lnTo>
                  <a:cubicBezTo>
                    <a:pt x="0" y="27449"/>
                    <a:pt x="3936" y="17947"/>
                    <a:pt x="10942" y="10942"/>
                  </a:cubicBezTo>
                  <a:cubicBezTo>
                    <a:pt x="17947" y="3936"/>
                    <a:pt x="27449" y="0"/>
                    <a:pt x="3735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27901" cy="743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2735458" y="4093392"/>
            <a:ext cx="3523125" cy="548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05126" y="2118132"/>
            <a:ext cx="2063145" cy="696039"/>
            <a:chOff x="0" y="0"/>
            <a:chExt cx="543380" cy="1833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9209901" y="2200473"/>
            <a:ext cx="441511" cy="531359"/>
          </a:xfrm>
          <a:custGeom>
            <a:avLst/>
            <a:gdLst/>
            <a:ahLst/>
            <a:cxnLst/>
            <a:rect r="r" b="b" t="t" l="l"/>
            <a:pathLst>
              <a:path h="531359" w="441511">
                <a:moveTo>
                  <a:pt x="0" y="0"/>
                </a:moveTo>
                <a:lnTo>
                  <a:pt x="441511" y="0"/>
                </a:lnTo>
                <a:lnTo>
                  <a:pt x="441511" y="531359"/>
                </a:lnTo>
                <a:lnTo>
                  <a:pt x="0" y="531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5407422" y="2087348"/>
            <a:ext cx="2063145" cy="696039"/>
            <a:chOff x="0" y="0"/>
            <a:chExt cx="543380" cy="1833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2865802" y="4211185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865513" y="4937461"/>
            <a:ext cx="414338" cy="412077"/>
          </a:xfrm>
          <a:custGeom>
            <a:avLst/>
            <a:gdLst/>
            <a:ahLst/>
            <a:cxnLst/>
            <a:rect r="r" b="b" t="t" l="l"/>
            <a:pathLst>
              <a:path h="412077" w="414338">
                <a:moveTo>
                  <a:pt x="0" y="0"/>
                </a:moveTo>
                <a:lnTo>
                  <a:pt x="414337" y="0"/>
                </a:lnTo>
                <a:lnTo>
                  <a:pt x="414337" y="412078"/>
                </a:lnTo>
                <a:lnTo>
                  <a:pt x="0" y="412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 flipH="true">
            <a:off x="12026468" y="4201660"/>
            <a:ext cx="75448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10198446" y="4021003"/>
            <a:ext cx="182802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LIST</a:t>
            </a:r>
          </a:p>
        </p:txBody>
      </p:sp>
      <p:sp>
        <p:nvSpPr>
          <p:cNvPr name="AutoShape 53" id="53"/>
          <p:cNvSpPr/>
          <p:nvPr/>
        </p:nvSpPr>
        <p:spPr>
          <a:xfrm flipH="true">
            <a:off x="9105126" y="4201660"/>
            <a:ext cx="1093321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2898533" y="5549564"/>
            <a:ext cx="414337" cy="403037"/>
          </a:xfrm>
          <a:custGeom>
            <a:avLst/>
            <a:gdLst/>
            <a:ahLst/>
            <a:cxnLst/>
            <a:rect r="r" b="b" t="t" l="l"/>
            <a:pathLst>
              <a:path h="403037" w="414337">
                <a:moveTo>
                  <a:pt x="0" y="0"/>
                </a:moveTo>
                <a:lnTo>
                  <a:pt x="414338" y="0"/>
                </a:lnTo>
                <a:lnTo>
                  <a:pt x="414338" y="403037"/>
                </a:lnTo>
                <a:lnTo>
                  <a:pt x="0" y="403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33146" y="2860138"/>
            <a:ext cx="104686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PATIENT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86476" y="5333932"/>
            <a:ext cx="2237843" cy="83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 spc="8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SYSTEM LOGIC 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8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(BACK-END , AI &amp; DATABASE)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89583" y="4055292"/>
            <a:ext cx="29500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QUERY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(SYMPTOMS / ILLNESS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122675" y="7883207"/>
            <a:ext cx="3955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PROCESSING (DATABASAE)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861235" y="9024246"/>
            <a:ext cx="500145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REPORT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688949" y="8540070"/>
            <a:ext cx="332164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REMAINDER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94044" y="5182949"/>
            <a:ext cx="224954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UNIFIED USER PROFILE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06368" y="6087954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91657" y="6565293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 INFO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94044" y="7040908"/>
            <a:ext cx="22519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LAB TESTS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279850" y="3608971"/>
            <a:ext cx="287136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SERVICES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51412" y="2118807"/>
            <a:ext cx="140696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 USER DATA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454875" y="2080032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AUTHENTICATE USER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403675" y="4318181"/>
            <a:ext cx="255057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DATABASE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403675" y="4962842"/>
            <a:ext cx="27761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DATABASE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067742" y="4572818"/>
            <a:ext cx="197671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DATA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32394" y="5124633"/>
            <a:ext cx="243632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 DATA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232225" y="5559089"/>
            <a:ext cx="27761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</a:t>
            </a:r>
          </a:p>
        </p:txBody>
      </p:sp>
      <p:sp>
        <p:nvSpPr>
          <p:cNvPr name="AutoShape 74" id="74"/>
          <p:cNvSpPr/>
          <p:nvPr/>
        </p:nvSpPr>
        <p:spPr>
          <a:xfrm flipH="true">
            <a:off x="9105126" y="4753475"/>
            <a:ext cx="96261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5" id="75"/>
          <p:cNvSpPr/>
          <p:nvPr/>
        </p:nvSpPr>
        <p:spPr>
          <a:xfrm flipH="true">
            <a:off x="12044461" y="4753475"/>
            <a:ext cx="69099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>
            <a:off x="9101138" y="5305290"/>
            <a:ext cx="83125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7" id="77"/>
          <p:cNvSpPr/>
          <p:nvPr/>
        </p:nvSpPr>
        <p:spPr>
          <a:xfrm flipH="true">
            <a:off x="12349670" y="5305290"/>
            <a:ext cx="38578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12927134" y="8219204"/>
            <a:ext cx="2063145" cy="696039"/>
            <a:chOff x="0" y="0"/>
            <a:chExt cx="543380" cy="1833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3380" cy="183319"/>
            </a:xfrm>
            <a:custGeom>
              <a:avLst/>
              <a:gdLst/>
              <a:ahLst/>
              <a:cxnLst/>
              <a:rect r="r" b="b" t="t" l="l"/>
              <a:pathLst>
                <a:path h="183319" w="543380">
                  <a:moveTo>
                    <a:pt x="63792" y="0"/>
                  </a:moveTo>
                  <a:lnTo>
                    <a:pt x="479588" y="0"/>
                  </a:lnTo>
                  <a:cubicBezTo>
                    <a:pt x="514819" y="0"/>
                    <a:pt x="543380" y="28561"/>
                    <a:pt x="543380" y="63792"/>
                  </a:cubicBezTo>
                  <a:lnTo>
                    <a:pt x="543380" y="119527"/>
                  </a:lnTo>
                  <a:cubicBezTo>
                    <a:pt x="543380" y="154758"/>
                    <a:pt x="514819" y="183319"/>
                    <a:pt x="479588" y="183319"/>
                  </a:cubicBezTo>
                  <a:lnTo>
                    <a:pt x="63792" y="183319"/>
                  </a:lnTo>
                  <a:cubicBezTo>
                    <a:pt x="28561" y="183319"/>
                    <a:pt x="0" y="154758"/>
                    <a:pt x="0" y="119527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43380" cy="22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2927134" y="8239604"/>
            <a:ext cx="19927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RESPONSE TO USER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0539355" y="8586949"/>
            <a:ext cx="2387779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10527157" y="7840704"/>
            <a:ext cx="3431549" cy="37850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4" id="84"/>
          <p:cNvSpPr/>
          <p:nvPr/>
        </p:nvSpPr>
        <p:spPr>
          <a:xfrm>
            <a:off x="8717473" y="6525844"/>
            <a:ext cx="5241234" cy="16933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5" id="85"/>
          <p:cNvSpPr/>
          <p:nvPr/>
        </p:nvSpPr>
        <p:spPr>
          <a:xfrm flipH="true">
            <a:off x="14497021" y="6044947"/>
            <a:ext cx="0" cy="217425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6" id="86"/>
          <p:cNvSpPr txBox="true"/>
          <p:nvPr/>
        </p:nvSpPr>
        <p:spPr>
          <a:xfrm rot="0">
            <a:off x="14676214" y="6850408"/>
            <a:ext cx="29500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STRUCTURED RESPONSE</a:t>
            </a:r>
          </a:p>
        </p:txBody>
      </p:sp>
      <p:sp>
        <p:nvSpPr>
          <p:cNvPr name="Freeform 87" id="87"/>
          <p:cNvSpPr/>
          <p:nvPr/>
        </p:nvSpPr>
        <p:spPr>
          <a:xfrm flipH="false" flipV="false" rot="0">
            <a:off x="3680276" y="1937747"/>
            <a:ext cx="768392" cy="960490"/>
          </a:xfrm>
          <a:custGeom>
            <a:avLst/>
            <a:gdLst/>
            <a:ahLst/>
            <a:cxnLst/>
            <a:rect r="r" b="b" t="t" l="l"/>
            <a:pathLst>
              <a:path h="960490" w="768392">
                <a:moveTo>
                  <a:pt x="0" y="0"/>
                </a:moveTo>
                <a:lnTo>
                  <a:pt x="768393" y="0"/>
                </a:lnTo>
                <a:lnTo>
                  <a:pt x="768393" y="960491"/>
                </a:lnTo>
                <a:lnTo>
                  <a:pt x="0" y="9604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3573730" y="2860138"/>
            <a:ext cx="108869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AutoShape 89" id="89"/>
          <p:cNvSpPr/>
          <p:nvPr/>
        </p:nvSpPr>
        <p:spPr>
          <a:xfrm>
            <a:off x="11168271" y="2401541"/>
            <a:ext cx="3382934" cy="84858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0" id="90"/>
          <p:cNvSpPr/>
          <p:nvPr/>
        </p:nvSpPr>
        <p:spPr>
          <a:xfrm flipH="true">
            <a:off x="7470567" y="2494638"/>
            <a:ext cx="1634559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>
            <a:off x="4448669" y="2466152"/>
            <a:ext cx="100620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4279">
            <a:off x="2379974" y="2853932"/>
            <a:ext cx="2458500" cy="1653205"/>
            <a:chOff x="0" y="0"/>
            <a:chExt cx="647506" cy="4354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506" cy="435412"/>
            </a:xfrm>
            <a:custGeom>
              <a:avLst/>
              <a:gdLst/>
              <a:ahLst/>
              <a:cxnLst/>
              <a:rect r="r" b="b" t="t" l="l"/>
              <a:pathLst>
                <a:path h="435412" w="647506">
                  <a:moveTo>
                    <a:pt x="53534" y="0"/>
                  </a:moveTo>
                  <a:lnTo>
                    <a:pt x="593972" y="0"/>
                  </a:lnTo>
                  <a:cubicBezTo>
                    <a:pt x="608170" y="0"/>
                    <a:pt x="621787" y="5640"/>
                    <a:pt x="631826" y="15680"/>
                  </a:cubicBezTo>
                  <a:cubicBezTo>
                    <a:pt x="641866" y="25719"/>
                    <a:pt x="647506" y="39336"/>
                    <a:pt x="647506" y="53534"/>
                  </a:cubicBezTo>
                  <a:lnTo>
                    <a:pt x="647506" y="381878"/>
                  </a:lnTo>
                  <a:cubicBezTo>
                    <a:pt x="647506" y="396076"/>
                    <a:pt x="641866" y="409693"/>
                    <a:pt x="631826" y="419732"/>
                  </a:cubicBezTo>
                  <a:cubicBezTo>
                    <a:pt x="621787" y="429772"/>
                    <a:pt x="608170" y="435412"/>
                    <a:pt x="593972" y="435412"/>
                  </a:cubicBezTo>
                  <a:lnTo>
                    <a:pt x="53534" y="435412"/>
                  </a:lnTo>
                  <a:cubicBezTo>
                    <a:pt x="39336" y="435412"/>
                    <a:pt x="25719" y="429772"/>
                    <a:pt x="15680" y="419732"/>
                  </a:cubicBezTo>
                  <a:cubicBezTo>
                    <a:pt x="5640" y="409693"/>
                    <a:pt x="0" y="396076"/>
                    <a:pt x="0" y="381878"/>
                  </a:cubicBezTo>
                  <a:lnTo>
                    <a:pt x="0" y="53534"/>
                  </a:lnTo>
                  <a:cubicBezTo>
                    <a:pt x="0" y="39336"/>
                    <a:pt x="5640" y="25719"/>
                    <a:pt x="15680" y="15680"/>
                  </a:cubicBezTo>
                  <a:cubicBezTo>
                    <a:pt x="25719" y="5640"/>
                    <a:pt x="39336" y="0"/>
                    <a:pt x="53534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47506" cy="47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34350" y="3159293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6" y="0"/>
                </a:lnTo>
                <a:lnTo>
                  <a:pt x="918316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69664" y="3046994"/>
            <a:ext cx="768392" cy="960490"/>
          </a:xfrm>
          <a:custGeom>
            <a:avLst/>
            <a:gdLst/>
            <a:ahLst/>
            <a:cxnLst/>
            <a:rect r="r" b="b" t="t" l="l"/>
            <a:pathLst>
              <a:path h="960490" w="768392">
                <a:moveTo>
                  <a:pt x="0" y="0"/>
                </a:moveTo>
                <a:lnTo>
                  <a:pt x="768392" y="0"/>
                </a:lnTo>
                <a:lnTo>
                  <a:pt x="768392" y="960490"/>
                </a:lnTo>
                <a:lnTo>
                  <a:pt x="0" y="960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838473" y="3679004"/>
            <a:ext cx="235927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3734834" y="6404643"/>
            <a:ext cx="2599456" cy="25994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0631" y="0"/>
                  </a:moveTo>
                  <a:lnTo>
                    <a:pt x="762169" y="0"/>
                  </a:lnTo>
                  <a:cubicBezTo>
                    <a:pt x="775597" y="0"/>
                    <a:pt x="788475" y="5334"/>
                    <a:pt x="797971" y="14829"/>
                  </a:cubicBezTo>
                  <a:cubicBezTo>
                    <a:pt x="807466" y="24325"/>
                    <a:pt x="812800" y="37203"/>
                    <a:pt x="812800" y="50631"/>
                  </a:cubicBezTo>
                  <a:lnTo>
                    <a:pt x="812800" y="762169"/>
                  </a:lnTo>
                  <a:cubicBezTo>
                    <a:pt x="812800" y="775597"/>
                    <a:pt x="807466" y="788475"/>
                    <a:pt x="797971" y="797971"/>
                  </a:cubicBezTo>
                  <a:cubicBezTo>
                    <a:pt x="788475" y="807466"/>
                    <a:pt x="775597" y="812800"/>
                    <a:pt x="762169" y="812800"/>
                  </a:cubicBezTo>
                  <a:lnTo>
                    <a:pt x="50631" y="812800"/>
                  </a:lnTo>
                  <a:cubicBezTo>
                    <a:pt x="37203" y="812800"/>
                    <a:pt x="24325" y="807466"/>
                    <a:pt x="14829" y="797971"/>
                  </a:cubicBezTo>
                  <a:cubicBezTo>
                    <a:pt x="5334" y="788475"/>
                    <a:pt x="0" y="775597"/>
                    <a:pt x="0" y="762169"/>
                  </a:cubicBezTo>
                  <a:lnTo>
                    <a:pt x="0" y="50631"/>
                  </a:lnTo>
                  <a:cubicBezTo>
                    <a:pt x="0" y="37203"/>
                    <a:pt x="5334" y="24325"/>
                    <a:pt x="14829" y="14829"/>
                  </a:cubicBezTo>
                  <a:cubicBezTo>
                    <a:pt x="24325" y="5334"/>
                    <a:pt x="37203" y="0"/>
                    <a:pt x="50631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032168" y="6762709"/>
            <a:ext cx="2004787" cy="1659079"/>
          </a:xfrm>
          <a:custGeom>
            <a:avLst/>
            <a:gdLst/>
            <a:ahLst/>
            <a:cxnLst/>
            <a:rect r="r" b="b" t="t" l="l"/>
            <a:pathLst>
              <a:path h="1659079" w="2004787">
                <a:moveTo>
                  <a:pt x="0" y="0"/>
                </a:moveTo>
                <a:lnTo>
                  <a:pt x="2004788" y="0"/>
                </a:lnTo>
                <a:lnTo>
                  <a:pt x="2004788" y="1659079"/>
                </a:lnTo>
                <a:lnTo>
                  <a:pt x="0" y="1659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52155" y="6867869"/>
            <a:ext cx="1164814" cy="944558"/>
          </a:xfrm>
          <a:custGeom>
            <a:avLst/>
            <a:gdLst/>
            <a:ahLst/>
            <a:cxnLst/>
            <a:rect r="r" b="b" t="t" l="l"/>
            <a:pathLst>
              <a:path h="944558" w="1164814">
                <a:moveTo>
                  <a:pt x="0" y="0"/>
                </a:moveTo>
                <a:lnTo>
                  <a:pt x="1164814" y="0"/>
                </a:lnTo>
                <a:lnTo>
                  <a:pt x="1164814" y="944558"/>
                </a:lnTo>
                <a:lnTo>
                  <a:pt x="0" y="94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98572" y="3297182"/>
            <a:ext cx="2458500" cy="903942"/>
            <a:chOff x="0" y="0"/>
            <a:chExt cx="647506" cy="238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506" cy="238075"/>
            </a:xfrm>
            <a:custGeom>
              <a:avLst/>
              <a:gdLst/>
              <a:ahLst/>
              <a:cxnLst/>
              <a:rect r="r" b="b" t="t" l="l"/>
              <a:pathLst>
                <a:path h="238075" w="647506">
                  <a:moveTo>
                    <a:pt x="53534" y="0"/>
                  </a:moveTo>
                  <a:lnTo>
                    <a:pt x="593972" y="0"/>
                  </a:lnTo>
                  <a:cubicBezTo>
                    <a:pt x="608170" y="0"/>
                    <a:pt x="621787" y="5640"/>
                    <a:pt x="631826" y="15680"/>
                  </a:cubicBezTo>
                  <a:cubicBezTo>
                    <a:pt x="641866" y="25719"/>
                    <a:pt x="647506" y="39336"/>
                    <a:pt x="647506" y="53534"/>
                  </a:cubicBezTo>
                  <a:lnTo>
                    <a:pt x="647506" y="184542"/>
                  </a:lnTo>
                  <a:cubicBezTo>
                    <a:pt x="647506" y="198740"/>
                    <a:pt x="641866" y="212356"/>
                    <a:pt x="631826" y="222396"/>
                  </a:cubicBezTo>
                  <a:cubicBezTo>
                    <a:pt x="621787" y="232435"/>
                    <a:pt x="608170" y="238075"/>
                    <a:pt x="593972" y="238075"/>
                  </a:cubicBezTo>
                  <a:lnTo>
                    <a:pt x="53534" y="238075"/>
                  </a:lnTo>
                  <a:cubicBezTo>
                    <a:pt x="39336" y="238075"/>
                    <a:pt x="25719" y="232435"/>
                    <a:pt x="15680" y="222396"/>
                  </a:cubicBezTo>
                  <a:cubicBezTo>
                    <a:pt x="5640" y="212356"/>
                    <a:pt x="0" y="198740"/>
                    <a:pt x="0" y="184542"/>
                  </a:cubicBezTo>
                  <a:lnTo>
                    <a:pt x="0" y="53534"/>
                  </a:lnTo>
                  <a:cubicBezTo>
                    <a:pt x="0" y="39336"/>
                    <a:pt x="5640" y="25719"/>
                    <a:pt x="15680" y="15680"/>
                  </a:cubicBezTo>
                  <a:cubicBezTo>
                    <a:pt x="25719" y="5640"/>
                    <a:pt x="39336" y="0"/>
                    <a:pt x="53534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7506" cy="27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85734" y="7213591"/>
            <a:ext cx="3086100" cy="1197673"/>
            <a:chOff x="0" y="0"/>
            <a:chExt cx="812800" cy="3154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15436"/>
            </a:xfrm>
            <a:custGeom>
              <a:avLst/>
              <a:gdLst/>
              <a:ahLst/>
              <a:cxnLst/>
              <a:rect r="r" b="b" t="t" l="l"/>
              <a:pathLst>
                <a:path h="315436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72789"/>
                  </a:lnTo>
                  <a:cubicBezTo>
                    <a:pt x="812800" y="296343"/>
                    <a:pt x="793706" y="315436"/>
                    <a:pt x="770153" y="315436"/>
                  </a:cubicBezTo>
                  <a:lnTo>
                    <a:pt x="42647" y="315436"/>
                  </a:lnTo>
                  <a:cubicBezTo>
                    <a:pt x="31336" y="315436"/>
                    <a:pt x="20489" y="310943"/>
                    <a:pt x="12491" y="302945"/>
                  </a:cubicBezTo>
                  <a:cubicBezTo>
                    <a:pt x="4493" y="294948"/>
                    <a:pt x="0" y="284100"/>
                    <a:pt x="0" y="27278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3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68896" y="7358339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1" y="0"/>
                </a:lnTo>
                <a:lnTo>
                  <a:pt x="699981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279">
            <a:off x="7197747" y="2848217"/>
            <a:ext cx="2004787" cy="1659079"/>
          </a:xfrm>
          <a:custGeom>
            <a:avLst/>
            <a:gdLst/>
            <a:ahLst/>
            <a:cxnLst/>
            <a:rect r="r" b="b" t="t" l="l"/>
            <a:pathLst>
              <a:path h="1659079" w="2004787">
                <a:moveTo>
                  <a:pt x="0" y="0"/>
                </a:moveTo>
                <a:lnTo>
                  <a:pt x="2004787" y="0"/>
                </a:lnTo>
                <a:lnTo>
                  <a:pt x="2004787" y="1659079"/>
                </a:lnTo>
                <a:lnTo>
                  <a:pt x="0" y="1659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34290" y="1927857"/>
            <a:ext cx="56194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&amp; HEALTH DATA MANAGEMENT MODULE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66859" y="3969384"/>
            <a:ext cx="23716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PATIENT / DOCTOR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45899" y="2527718"/>
            <a:ext cx="726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15640" y="8555138"/>
            <a:ext cx="2237843" cy="26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8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DASHBOARD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42015" y="3401808"/>
            <a:ext cx="237161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LOGIN AUTHENTICATION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01314" y="4575782"/>
            <a:ext cx="139765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BAYMAX UI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202534" y="3676508"/>
            <a:ext cx="2596038" cy="124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0" id="30"/>
          <p:cNvSpPr txBox="true"/>
          <p:nvPr/>
        </p:nvSpPr>
        <p:spPr>
          <a:xfrm rot="0">
            <a:off x="11722372" y="5563200"/>
            <a:ext cx="21584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 USER DATA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2801585" y="4201125"/>
            <a:ext cx="0" cy="140017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1171834" y="5886415"/>
            <a:ext cx="1629751" cy="192601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8932989" y="7403423"/>
            <a:ext cx="239631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       MEDICAL REPORT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6334290" y="7812427"/>
            <a:ext cx="1751444" cy="1052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07175" y="1927857"/>
            <a:ext cx="46736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AI-DRIVEN HEALTH ANALYSIS MODULE</a:t>
            </a:r>
          </a:p>
        </p:txBody>
      </p:sp>
      <p:grpSp>
        <p:nvGrpSpPr>
          <p:cNvPr name="Group 5" id="5"/>
          <p:cNvGrpSpPr/>
          <p:nvPr/>
        </p:nvGrpSpPr>
        <p:grpSpPr>
          <a:xfrm rot="-4279">
            <a:off x="2860968" y="2870065"/>
            <a:ext cx="1530585" cy="1653205"/>
            <a:chOff x="0" y="0"/>
            <a:chExt cx="403117" cy="435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117" cy="435412"/>
            </a:xfrm>
            <a:custGeom>
              <a:avLst/>
              <a:gdLst/>
              <a:ahLst/>
              <a:cxnLst/>
              <a:rect r="r" b="b" t="t" l="l"/>
              <a:pathLst>
                <a:path h="435412" w="403117">
                  <a:moveTo>
                    <a:pt x="85988" y="0"/>
                  </a:moveTo>
                  <a:lnTo>
                    <a:pt x="317129" y="0"/>
                  </a:lnTo>
                  <a:cubicBezTo>
                    <a:pt x="364619" y="0"/>
                    <a:pt x="403117" y="38498"/>
                    <a:pt x="403117" y="85988"/>
                  </a:cubicBezTo>
                  <a:lnTo>
                    <a:pt x="403117" y="349424"/>
                  </a:lnTo>
                  <a:cubicBezTo>
                    <a:pt x="403117" y="396914"/>
                    <a:pt x="364619" y="435412"/>
                    <a:pt x="317129" y="435412"/>
                  </a:cubicBezTo>
                  <a:lnTo>
                    <a:pt x="85988" y="435412"/>
                  </a:lnTo>
                  <a:cubicBezTo>
                    <a:pt x="38498" y="435412"/>
                    <a:pt x="0" y="396914"/>
                    <a:pt x="0" y="349424"/>
                  </a:cubicBezTo>
                  <a:lnTo>
                    <a:pt x="0" y="85988"/>
                  </a:lnTo>
                  <a:cubicBezTo>
                    <a:pt x="0" y="38498"/>
                    <a:pt x="38498" y="0"/>
                    <a:pt x="8598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117" cy="47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96553" y="3174849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2387" y="3984940"/>
            <a:ext cx="726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48939" y="402304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31485" y="5926553"/>
            <a:ext cx="132100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AI HEALTH ANALYSIS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443889" y="4664210"/>
            <a:ext cx="1096200" cy="1062318"/>
          </a:xfrm>
          <a:custGeom>
            <a:avLst/>
            <a:gdLst/>
            <a:ahLst/>
            <a:cxnLst/>
            <a:rect r="r" b="b" t="t" l="l"/>
            <a:pathLst>
              <a:path h="1062318" w="1096200">
                <a:moveTo>
                  <a:pt x="0" y="0"/>
                </a:moveTo>
                <a:lnTo>
                  <a:pt x="1096201" y="0"/>
                </a:lnTo>
                <a:lnTo>
                  <a:pt x="1096201" y="1062318"/>
                </a:lnTo>
                <a:lnTo>
                  <a:pt x="0" y="1062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4391552" y="3695715"/>
            <a:ext cx="3600437" cy="32732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5097451" y="2984667"/>
            <a:ext cx="218968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SYMPTOM INPUT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29686" y="2622547"/>
            <a:ext cx="3086100" cy="2260525"/>
            <a:chOff x="0" y="0"/>
            <a:chExt cx="812800" cy="5953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595365"/>
            </a:xfrm>
            <a:custGeom>
              <a:avLst/>
              <a:gdLst/>
              <a:ahLst/>
              <a:cxnLst/>
              <a:rect r="r" b="b" t="t" l="l"/>
              <a:pathLst>
                <a:path h="595365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552718"/>
                  </a:lnTo>
                  <a:cubicBezTo>
                    <a:pt x="812800" y="564028"/>
                    <a:pt x="808307" y="574876"/>
                    <a:pt x="800309" y="582874"/>
                  </a:cubicBezTo>
                  <a:cubicBezTo>
                    <a:pt x="792311" y="590872"/>
                    <a:pt x="781464" y="595365"/>
                    <a:pt x="770153" y="595365"/>
                  </a:cubicBezTo>
                  <a:lnTo>
                    <a:pt x="42647" y="595365"/>
                  </a:lnTo>
                  <a:cubicBezTo>
                    <a:pt x="31336" y="595365"/>
                    <a:pt x="20489" y="590872"/>
                    <a:pt x="12491" y="582874"/>
                  </a:cubicBezTo>
                  <a:cubicBezTo>
                    <a:pt x="4493" y="574876"/>
                    <a:pt x="0" y="564028"/>
                    <a:pt x="0" y="55271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633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289408" y="2821488"/>
            <a:ext cx="261640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SPECIALIST DOCTOR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DETAILS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3751681" y="3589420"/>
            <a:ext cx="164592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176879" y="3703720"/>
            <a:ext cx="768392" cy="960490"/>
          </a:xfrm>
          <a:custGeom>
            <a:avLst/>
            <a:gdLst/>
            <a:ahLst/>
            <a:cxnLst/>
            <a:rect r="r" b="b" t="t" l="l"/>
            <a:pathLst>
              <a:path h="960490" w="768392">
                <a:moveTo>
                  <a:pt x="0" y="0"/>
                </a:moveTo>
                <a:lnTo>
                  <a:pt x="768392" y="0"/>
                </a:lnTo>
                <a:lnTo>
                  <a:pt x="768392" y="960490"/>
                </a:lnTo>
                <a:lnTo>
                  <a:pt x="0" y="9604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995257" y="3941013"/>
            <a:ext cx="19967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RECOMMENDED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SPECIALIST</a:t>
            </a:r>
          </a:p>
        </p:txBody>
      </p:sp>
      <p:sp>
        <p:nvSpPr>
          <p:cNvPr name="AutoShape 24" id="24"/>
          <p:cNvSpPr/>
          <p:nvPr/>
        </p:nvSpPr>
        <p:spPr>
          <a:xfrm flipH="true">
            <a:off x="7991989" y="3695715"/>
            <a:ext cx="5037696" cy="32732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9308494" y="2942355"/>
            <a:ext cx="278776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SPECIALIST RECOMMENDATION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23488" y="6949998"/>
            <a:ext cx="3086100" cy="1197673"/>
            <a:chOff x="0" y="0"/>
            <a:chExt cx="812800" cy="3154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315436"/>
            </a:xfrm>
            <a:custGeom>
              <a:avLst/>
              <a:gdLst/>
              <a:ahLst/>
              <a:cxnLst/>
              <a:rect r="r" b="b" t="t" l="l"/>
              <a:pathLst>
                <a:path h="315436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72789"/>
                  </a:lnTo>
                  <a:cubicBezTo>
                    <a:pt x="812800" y="296343"/>
                    <a:pt x="793706" y="315436"/>
                    <a:pt x="770153" y="315436"/>
                  </a:cubicBezTo>
                  <a:lnTo>
                    <a:pt x="42647" y="315436"/>
                  </a:lnTo>
                  <a:cubicBezTo>
                    <a:pt x="31336" y="315436"/>
                    <a:pt x="20489" y="310943"/>
                    <a:pt x="12491" y="302945"/>
                  </a:cubicBezTo>
                  <a:cubicBezTo>
                    <a:pt x="4493" y="294948"/>
                    <a:pt x="0" y="284100"/>
                    <a:pt x="0" y="27278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3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406650" y="7094746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1" y="0"/>
                </a:lnTo>
                <a:lnTo>
                  <a:pt x="699981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18008" y="7190965"/>
            <a:ext cx="142095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DATABASE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9535039" y="5566090"/>
            <a:ext cx="2788448" cy="200179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13866538" y="4883073"/>
            <a:ext cx="0" cy="206692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2172214" y="6630228"/>
            <a:ext cx="3086100" cy="1197673"/>
            <a:chOff x="0" y="0"/>
            <a:chExt cx="812800" cy="3154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315436"/>
            </a:xfrm>
            <a:custGeom>
              <a:avLst/>
              <a:gdLst/>
              <a:ahLst/>
              <a:cxnLst/>
              <a:rect r="r" b="b" t="t" l="l"/>
              <a:pathLst>
                <a:path h="315436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72789"/>
                  </a:lnTo>
                  <a:cubicBezTo>
                    <a:pt x="812800" y="296343"/>
                    <a:pt x="793706" y="315436"/>
                    <a:pt x="770153" y="315436"/>
                  </a:cubicBezTo>
                  <a:lnTo>
                    <a:pt x="42647" y="315436"/>
                  </a:lnTo>
                  <a:cubicBezTo>
                    <a:pt x="31336" y="315436"/>
                    <a:pt x="20489" y="310943"/>
                    <a:pt x="12491" y="302945"/>
                  </a:cubicBezTo>
                  <a:cubicBezTo>
                    <a:pt x="4493" y="294948"/>
                    <a:pt x="0" y="284100"/>
                    <a:pt x="0" y="27278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12800" cy="3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2255376" y="6774976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2" y="0"/>
                </a:lnTo>
                <a:lnTo>
                  <a:pt x="699982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111488" y="6871195"/>
            <a:ext cx="212777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STORE IN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DATABASE</a:t>
            </a:r>
          </a:p>
        </p:txBody>
      </p:sp>
      <p:sp>
        <p:nvSpPr>
          <p:cNvPr name="AutoShape 38" id="38"/>
          <p:cNvSpPr/>
          <p:nvPr/>
        </p:nvSpPr>
        <p:spPr>
          <a:xfrm flipV="true">
            <a:off x="3715264" y="5566090"/>
            <a:ext cx="2733675" cy="106413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H="true" flipV="true">
            <a:off x="3715263" y="4523160"/>
            <a:ext cx="1" cy="210706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0" id="40"/>
          <p:cNvSpPr txBox="true"/>
          <p:nvPr/>
        </p:nvSpPr>
        <p:spPr>
          <a:xfrm rot="0">
            <a:off x="7622912" y="7977459"/>
            <a:ext cx="304217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VALIDATE &amp; ANALYZE SYMPTOMS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448939" y="4021102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4279">
            <a:off x="1605070" y="2857250"/>
            <a:ext cx="1530585" cy="1653205"/>
            <a:chOff x="0" y="0"/>
            <a:chExt cx="403117" cy="435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117" cy="435412"/>
            </a:xfrm>
            <a:custGeom>
              <a:avLst/>
              <a:gdLst/>
              <a:ahLst/>
              <a:cxnLst/>
              <a:rect r="r" b="b" t="t" l="l"/>
              <a:pathLst>
                <a:path h="435412" w="403117">
                  <a:moveTo>
                    <a:pt x="85988" y="0"/>
                  </a:moveTo>
                  <a:lnTo>
                    <a:pt x="317129" y="0"/>
                  </a:lnTo>
                  <a:cubicBezTo>
                    <a:pt x="364619" y="0"/>
                    <a:pt x="403117" y="38498"/>
                    <a:pt x="403117" y="85988"/>
                  </a:cubicBezTo>
                  <a:lnTo>
                    <a:pt x="403117" y="349424"/>
                  </a:lnTo>
                  <a:cubicBezTo>
                    <a:pt x="403117" y="396914"/>
                    <a:pt x="364619" y="435412"/>
                    <a:pt x="317129" y="435412"/>
                  </a:cubicBezTo>
                  <a:lnTo>
                    <a:pt x="85988" y="435412"/>
                  </a:lnTo>
                  <a:cubicBezTo>
                    <a:pt x="38498" y="435412"/>
                    <a:pt x="0" y="396914"/>
                    <a:pt x="0" y="349424"/>
                  </a:cubicBezTo>
                  <a:lnTo>
                    <a:pt x="0" y="85988"/>
                  </a:lnTo>
                  <a:cubicBezTo>
                    <a:pt x="0" y="38498"/>
                    <a:pt x="38498" y="0"/>
                    <a:pt x="8598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117" cy="47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40656" y="3162034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135655" y="3682900"/>
            <a:ext cx="4856334" cy="33820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-4279">
            <a:off x="13127467" y="2645806"/>
            <a:ext cx="3427181" cy="2416446"/>
            <a:chOff x="0" y="0"/>
            <a:chExt cx="902632" cy="636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2632" cy="636430"/>
            </a:xfrm>
            <a:custGeom>
              <a:avLst/>
              <a:gdLst/>
              <a:ahLst/>
              <a:cxnLst/>
              <a:rect r="r" b="b" t="t" l="l"/>
              <a:pathLst>
                <a:path h="636430" w="902632">
                  <a:moveTo>
                    <a:pt x="38403" y="0"/>
                  </a:moveTo>
                  <a:lnTo>
                    <a:pt x="864229" y="0"/>
                  </a:lnTo>
                  <a:cubicBezTo>
                    <a:pt x="885439" y="0"/>
                    <a:pt x="902632" y="17193"/>
                    <a:pt x="902632" y="38403"/>
                  </a:cubicBezTo>
                  <a:lnTo>
                    <a:pt x="902632" y="598028"/>
                  </a:lnTo>
                  <a:cubicBezTo>
                    <a:pt x="902632" y="619237"/>
                    <a:pt x="885439" y="636430"/>
                    <a:pt x="864229" y="636430"/>
                  </a:cubicBezTo>
                  <a:lnTo>
                    <a:pt x="38403" y="636430"/>
                  </a:lnTo>
                  <a:cubicBezTo>
                    <a:pt x="17193" y="636430"/>
                    <a:pt x="0" y="619237"/>
                    <a:pt x="0" y="598028"/>
                  </a:cubicBezTo>
                  <a:lnTo>
                    <a:pt x="0" y="38403"/>
                  </a:lnTo>
                  <a:cubicBezTo>
                    <a:pt x="0" y="17193"/>
                    <a:pt x="17193" y="0"/>
                    <a:pt x="38403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02632" cy="674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3608565" y="3586129"/>
            <a:ext cx="2464986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7991989" y="3683851"/>
            <a:ext cx="5135265" cy="33725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-4279">
            <a:off x="13128297" y="5904717"/>
            <a:ext cx="3427181" cy="1083658"/>
            <a:chOff x="0" y="0"/>
            <a:chExt cx="902632" cy="285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2632" cy="285408"/>
            </a:xfrm>
            <a:custGeom>
              <a:avLst/>
              <a:gdLst/>
              <a:ahLst/>
              <a:cxnLst/>
              <a:rect r="r" b="b" t="t" l="l"/>
              <a:pathLst>
                <a:path h="285408" w="902632">
                  <a:moveTo>
                    <a:pt x="38403" y="0"/>
                  </a:moveTo>
                  <a:lnTo>
                    <a:pt x="864229" y="0"/>
                  </a:lnTo>
                  <a:cubicBezTo>
                    <a:pt x="885439" y="0"/>
                    <a:pt x="902632" y="17193"/>
                    <a:pt x="902632" y="38403"/>
                  </a:cubicBezTo>
                  <a:lnTo>
                    <a:pt x="902632" y="247005"/>
                  </a:lnTo>
                  <a:cubicBezTo>
                    <a:pt x="902632" y="268215"/>
                    <a:pt x="885439" y="285408"/>
                    <a:pt x="864229" y="285408"/>
                  </a:cubicBezTo>
                  <a:lnTo>
                    <a:pt x="38403" y="285408"/>
                  </a:lnTo>
                  <a:cubicBezTo>
                    <a:pt x="17193" y="285408"/>
                    <a:pt x="0" y="268215"/>
                    <a:pt x="0" y="247005"/>
                  </a:cubicBezTo>
                  <a:lnTo>
                    <a:pt x="0" y="38403"/>
                  </a:lnTo>
                  <a:cubicBezTo>
                    <a:pt x="0" y="17193"/>
                    <a:pt x="17193" y="0"/>
                    <a:pt x="38403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02632" cy="32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35655" y="7109140"/>
            <a:ext cx="3086100" cy="1197673"/>
            <a:chOff x="0" y="0"/>
            <a:chExt cx="812800" cy="3154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315436"/>
            </a:xfrm>
            <a:custGeom>
              <a:avLst/>
              <a:gdLst/>
              <a:ahLst/>
              <a:cxnLst/>
              <a:rect r="r" b="b" t="t" l="l"/>
              <a:pathLst>
                <a:path h="315436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72789"/>
                  </a:lnTo>
                  <a:cubicBezTo>
                    <a:pt x="812800" y="296343"/>
                    <a:pt x="793706" y="315436"/>
                    <a:pt x="770153" y="315436"/>
                  </a:cubicBezTo>
                  <a:lnTo>
                    <a:pt x="42647" y="315436"/>
                  </a:lnTo>
                  <a:cubicBezTo>
                    <a:pt x="31336" y="315436"/>
                    <a:pt x="20489" y="310943"/>
                    <a:pt x="12491" y="302945"/>
                  </a:cubicBezTo>
                  <a:cubicBezTo>
                    <a:pt x="4493" y="294948"/>
                    <a:pt x="0" y="284100"/>
                    <a:pt x="0" y="27278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3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218817" y="7253888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2" y="0"/>
                </a:lnTo>
                <a:lnTo>
                  <a:pt x="699982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V="true">
            <a:off x="4678705" y="5564152"/>
            <a:ext cx="1770234" cy="154498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3304990" y="6083559"/>
            <a:ext cx="703138" cy="699253"/>
          </a:xfrm>
          <a:custGeom>
            <a:avLst/>
            <a:gdLst/>
            <a:ahLst/>
            <a:cxnLst/>
            <a:rect r="r" b="b" t="t" l="l"/>
            <a:pathLst>
              <a:path h="699253" w="703138">
                <a:moveTo>
                  <a:pt x="0" y="0"/>
                </a:moveTo>
                <a:lnTo>
                  <a:pt x="703138" y="0"/>
                </a:lnTo>
                <a:lnTo>
                  <a:pt x="703138" y="699254"/>
                </a:lnTo>
                <a:lnTo>
                  <a:pt x="0" y="699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9535039" y="5564152"/>
            <a:ext cx="1630190" cy="128009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-4279">
            <a:off x="9295146" y="6844440"/>
            <a:ext cx="3427181" cy="1083658"/>
            <a:chOff x="0" y="0"/>
            <a:chExt cx="902632" cy="285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632" cy="285408"/>
            </a:xfrm>
            <a:custGeom>
              <a:avLst/>
              <a:gdLst/>
              <a:ahLst/>
              <a:cxnLst/>
              <a:rect r="r" b="b" t="t" l="l"/>
              <a:pathLst>
                <a:path h="285408" w="902632">
                  <a:moveTo>
                    <a:pt x="38403" y="0"/>
                  </a:moveTo>
                  <a:lnTo>
                    <a:pt x="864229" y="0"/>
                  </a:lnTo>
                  <a:cubicBezTo>
                    <a:pt x="885439" y="0"/>
                    <a:pt x="902632" y="17193"/>
                    <a:pt x="902632" y="38403"/>
                  </a:cubicBezTo>
                  <a:lnTo>
                    <a:pt x="902632" y="247005"/>
                  </a:lnTo>
                  <a:cubicBezTo>
                    <a:pt x="902632" y="268215"/>
                    <a:pt x="885439" y="285408"/>
                    <a:pt x="864229" y="285408"/>
                  </a:cubicBezTo>
                  <a:lnTo>
                    <a:pt x="38403" y="285408"/>
                  </a:lnTo>
                  <a:cubicBezTo>
                    <a:pt x="17193" y="285408"/>
                    <a:pt x="0" y="268215"/>
                    <a:pt x="0" y="247005"/>
                  </a:cubicBezTo>
                  <a:lnTo>
                    <a:pt x="0" y="38403"/>
                  </a:lnTo>
                  <a:cubicBezTo>
                    <a:pt x="0" y="17193"/>
                    <a:pt x="17193" y="0"/>
                    <a:pt x="38403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02632" cy="32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471839" y="7025220"/>
            <a:ext cx="703138" cy="699253"/>
          </a:xfrm>
          <a:custGeom>
            <a:avLst/>
            <a:gdLst/>
            <a:ahLst/>
            <a:cxnLst/>
            <a:rect r="r" b="b" t="t" l="l"/>
            <a:pathLst>
              <a:path h="699253" w="703138">
                <a:moveTo>
                  <a:pt x="0" y="0"/>
                </a:moveTo>
                <a:lnTo>
                  <a:pt x="703138" y="0"/>
                </a:lnTo>
                <a:lnTo>
                  <a:pt x="703138" y="699253"/>
                </a:lnTo>
                <a:lnTo>
                  <a:pt x="0" y="699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 flipV="true">
            <a:off x="12723000" y="7025220"/>
            <a:ext cx="2214600" cy="44932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4842562" y="5062251"/>
            <a:ext cx="136244" cy="78608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7376806" y="4604669"/>
            <a:ext cx="1230367" cy="1120753"/>
          </a:xfrm>
          <a:custGeom>
            <a:avLst/>
            <a:gdLst/>
            <a:ahLst/>
            <a:cxnLst/>
            <a:rect r="r" b="b" t="t" l="l"/>
            <a:pathLst>
              <a:path h="1120753" w="1230367">
                <a:moveTo>
                  <a:pt x="0" y="0"/>
                </a:moveTo>
                <a:lnTo>
                  <a:pt x="1230367" y="0"/>
                </a:lnTo>
                <a:lnTo>
                  <a:pt x="1230367" y="1120753"/>
                </a:lnTo>
                <a:lnTo>
                  <a:pt x="0" y="1120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59971" y="1927857"/>
            <a:ext cx="63680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CONSULTATION &amp; CARE SERVICES MODULE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71465" y="5926553"/>
            <a:ext cx="164104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SERVER SIDE RESPONSE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36490" y="3972125"/>
            <a:ext cx="726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6509" y="2929539"/>
            <a:ext cx="324054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APPOINTMENT REQUEST , PATIENT SYMPTOMS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08565" y="2710666"/>
            <a:ext cx="246498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DETAILS &amp; WAITING COUNT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21214" y="3729004"/>
            <a:ext cx="34327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NAVIGATION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CURRENT WAITING COUNT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33578" y="2929539"/>
            <a:ext cx="218968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CHECK DOCTOR AVAILABILITY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68862" y="6045459"/>
            <a:ext cx="246498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VIDEO CONSULATION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74928" y="7350107"/>
            <a:ext cx="212777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DATABASE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52692" y="4771705"/>
            <a:ext cx="200817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 INFO RETRIEVE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20180" y="7194189"/>
            <a:ext cx="246498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WEBRTC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4279">
            <a:off x="1605070" y="2857250"/>
            <a:ext cx="1530585" cy="1653205"/>
            <a:chOff x="0" y="0"/>
            <a:chExt cx="403117" cy="4354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3117" cy="435412"/>
            </a:xfrm>
            <a:custGeom>
              <a:avLst/>
              <a:gdLst/>
              <a:ahLst/>
              <a:cxnLst/>
              <a:rect r="r" b="b" t="t" l="l"/>
              <a:pathLst>
                <a:path h="435412" w="403117">
                  <a:moveTo>
                    <a:pt x="85988" y="0"/>
                  </a:moveTo>
                  <a:lnTo>
                    <a:pt x="317129" y="0"/>
                  </a:lnTo>
                  <a:cubicBezTo>
                    <a:pt x="364619" y="0"/>
                    <a:pt x="403117" y="38498"/>
                    <a:pt x="403117" y="85988"/>
                  </a:cubicBezTo>
                  <a:lnTo>
                    <a:pt x="403117" y="349424"/>
                  </a:lnTo>
                  <a:cubicBezTo>
                    <a:pt x="403117" y="396914"/>
                    <a:pt x="364619" y="435412"/>
                    <a:pt x="317129" y="435412"/>
                  </a:cubicBezTo>
                  <a:lnTo>
                    <a:pt x="85988" y="435412"/>
                  </a:lnTo>
                  <a:cubicBezTo>
                    <a:pt x="38498" y="435412"/>
                    <a:pt x="0" y="396914"/>
                    <a:pt x="0" y="349424"/>
                  </a:cubicBezTo>
                  <a:lnTo>
                    <a:pt x="0" y="85988"/>
                  </a:lnTo>
                  <a:cubicBezTo>
                    <a:pt x="0" y="38498"/>
                    <a:pt x="38498" y="0"/>
                    <a:pt x="8598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3117" cy="47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40656" y="3162034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448939" y="4021102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3493" y="4486428"/>
            <a:ext cx="1256993" cy="1256993"/>
          </a:xfrm>
          <a:custGeom>
            <a:avLst/>
            <a:gdLst/>
            <a:ahLst/>
            <a:cxnLst/>
            <a:rect r="r" b="b" t="t" l="l"/>
            <a:pathLst>
              <a:path h="1256993" w="1256993">
                <a:moveTo>
                  <a:pt x="0" y="0"/>
                </a:moveTo>
                <a:lnTo>
                  <a:pt x="1256993" y="0"/>
                </a:lnTo>
                <a:lnTo>
                  <a:pt x="1256993" y="1256994"/>
                </a:lnTo>
                <a:lnTo>
                  <a:pt x="0" y="1256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06672" y="3738175"/>
            <a:ext cx="4785318" cy="41460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-4279">
            <a:off x="13222679" y="3094351"/>
            <a:ext cx="2594157" cy="1177097"/>
            <a:chOff x="0" y="0"/>
            <a:chExt cx="683235" cy="3100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235" cy="310017"/>
            </a:xfrm>
            <a:custGeom>
              <a:avLst/>
              <a:gdLst/>
              <a:ahLst/>
              <a:cxnLst/>
              <a:rect r="r" b="b" t="t" l="l"/>
              <a:pathLst>
                <a:path h="310017" w="683235">
                  <a:moveTo>
                    <a:pt x="50734" y="0"/>
                  </a:moveTo>
                  <a:lnTo>
                    <a:pt x="632500" y="0"/>
                  </a:lnTo>
                  <a:cubicBezTo>
                    <a:pt x="645956" y="0"/>
                    <a:pt x="658861" y="5345"/>
                    <a:pt x="668375" y="14860"/>
                  </a:cubicBezTo>
                  <a:cubicBezTo>
                    <a:pt x="677890" y="24374"/>
                    <a:pt x="683235" y="37279"/>
                    <a:pt x="683235" y="50734"/>
                  </a:cubicBezTo>
                  <a:lnTo>
                    <a:pt x="683235" y="259283"/>
                  </a:lnTo>
                  <a:cubicBezTo>
                    <a:pt x="683235" y="272739"/>
                    <a:pt x="677890" y="285643"/>
                    <a:pt x="668375" y="295158"/>
                  </a:cubicBezTo>
                  <a:cubicBezTo>
                    <a:pt x="658861" y="304672"/>
                    <a:pt x="645956" y="310017"/>
                    <a:pt x="632500" y="310017"/>
                  </a:cubicBezTo>
                  <a:lnTo>
                    <a:pt x="50734" y="310017"/>
                  </a:lnTo>
                  <a:cubicBezTo>
                    <a:pt x="37279" y="310017"/>
                    <a:pt x="24374" y="304672"/>
                    <a:pt x="14860" y="295158"/>
                  </a:cubicBezTo>
                  <a:cubicBezTo>
                    <a:pt x="5345" y="285643"/>
                    <a:pt x="0" y="272739"/>
                    <a:pt x="0" y="259283"/>
                  </a:cubicBezTo>
                  <a:lnTo>
                    <a:pt x="0" y="50734"/>
                  </a:lnTo>
                  <a:cubicBezTo>
                    <a:pt x="0" y="37279"/>
                    <a:pt x="5345" y="24374"/>
                    <a:pt x="14860" y="14860"/>
                  </a:cubicBezTo>
                  <a:cubicBezTo>
                    <a:pt x="24374" y="5345"/>
                    <a:pt x="37279" y="0"/>
                    <a:pt x="50734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3235" cy="34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410320" y="3243377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2" y="0"/>
                </a:lnTo>
                <a:lnTo>
                  <a:pt x="699982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H="true">
            <a:off x="7991989" y="3684514"/>
            <a:ext cx="5230690" cy="33658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-4279">
            <a:off x="13223325" y="4619749"/>
            <a:ext cx="2592832" cy="1038072"/>
            <a:chOff x="0" y="0"/>
            <a:chExt cx="682886" cy="273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886" cy="273402"/>
            </a:xfrm>
            <a:custGeom>
              <a:avLst/>
              <a:gdLst/>
              <a:ahLst/>
              <a:cxnLst/>
              <a:rect r="r" b="b" t="t" l="l"/>
              <a:pathLst>
                <a:path h="273402" w="682886">
                  <a:moveTo>
                    <a:pt x="50760" y="0"/>
                  </a:moveTo>
                  <a:lnTo>
                    <a:pt x="632126" y="0"/>
                  </a:lnTo>
                  <a:cubicBezTo>
                    <a:pt x="645588" y="0"/>
                    <a:pt x="658499" y="5348"/>
                    <a:pt x="668018" y="14867"/>
                  </a:cubicBezTo>
                  <a:cubicBezTo>
                    <a:pt x="677538" y="24387"/>
                    <a:pt x="682886" y="37298"/>
                    <a:pt x="682886" y="50760"/>
                  </a:cubicBezTo>
                  <a:lnTo>
                    <a:pt x="682886" y="222641"/>
                  </a:lnTo>
                  <a:cubicBezTo>
                    <a:pt x="682886" y="250676"/>
                    <a:pt x="660160" y="273402"/>
                    <a:pt x="632126" y="273402"/>
                  </a:cubicBezTo>
                  <a:lnTo>
                    <a:pt x="50760" y="273402"/>
                  </a:lnTo>
                  <a:cubicBezTo>
                    <a:pt x="37298" y="273402"/>
                    <a:pt x="24387" y="268054"/>
                    <a:pt x="14867" y="258534"/>
                  </a:cubicBezTo>
                  <a:cubicBezTo>
                    <a:pt x="5348" y="249015"/>
                    <a:pt x="0" y="236104"/>
                    <a:pt x="0" y="222641"/>
                  </a:cubicBezTo>
                  <a:lnTo>
                    <a:pt x="0" y="50760"/>
                  </a:lnTo>
                  <a:cubicBezTo>
                    <a:pt x="0" y="37298"/>
                    <a:pt x="5348" y="24387"/>
                    <a:pt x="14867" y="14867"/>
                  </a:cubicBezTo>
                  <a:cubicBezTo>
                    <a:pt x="24387" y="5348"/>
                    <a:pt x="37298" y="0"/>
                    <a:pt x="5076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886" cy="311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372220" y="4752428"/>
            <a:ext cx="697767" cy="801194"/>
          </a:xfrm>
          <a:custGeom>
            <a:avLst/>
            <a:gdLst/>
            <a:ahLst/>
            <a:cxnLst/>
            <a:rect r="r" b="b" t="t" l="l"/>
            <a:pathLst>
              <a:path h="801194" w="697767">
                <a:moveTo>
                  <a:pt x="0" y="0"/>
                </a:moveTo>
                <a:lnTo>
                  <a:pt x="697767" y="0"/>
                </a:lnTo>
                <a:lnTo>
                  <a:pt x="697767" y="801194"/>
                </a:lnTo>
                <a:lnTo>
                  <a:pt x="0" y="8011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H="true" flipV="true">
            <a:off x="9570690" y="5138785"/>
            <a:ext cx="3652636" cy="161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-4279">
            <a:off x="13222592" y="5966266"/>
            <a:ext cx="2592832" cy="1038072"/>
            <a:chOff x="0" y="0"/>
            <a:chExt cx="682886" cy="2734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886" cy="273402"/>
            </a:xfrm>
            <a:custGeom>
              <a:avLst/>
              <a:gdLst/>
              <a:ahLst/>
              <a:cxnLst/>
              <a:rect r="r" b="b" t="t" l="l"/>
              <a:pathLst>
                <a:path h="273402" w="682886">
                  <a:moveTo>
                    <a:pt x="50760" y="0"/>
                  </a:moveTo>
                  <a:lnTo>
                    <a:pt x="632126" y="0"/>
                  </a:lnTo>
                  <a:cubicBezTo>
                    <a:pt x="645588" y="0"/>
                    <a:pt x="658499" y="5348"/>
                    <a:pt x="668018" y="14867"/>
                  </a:cubicBezTo>
                  <a:cubicBezTo>
                    <a:pt x="677538" y="24387"/>
                    <a:pt x="682886" y="37298"/>
                    <a:pt x="682886" y="50760"/>
                  </a:cubicBezTo>
                  <a:lnTo>
                    <a:pt x="682886" y="222641"/>
                  </a:lnTo>
                  <a:cubicBezTo>
                    <a:pt x="682886" y="250676"/>
                    <a:pt x="660160" y="273402"/>
                    <a:pt x="632126" y="273402"/>
                  </a:cubicBezTo>
                  <a:lnTo>
                    <a:pt x="50760" y="273402"/>
                  </a:lnTo>
                  <a:cubicBezTo>
                    <a:pt x="37298" y="273402"/>
                    <a:pt x="24387" y="268054"/>
                    <a:pt x="14867" y="258534"/>
                  </a:cubicBezTo>
                  <a:cubicBezTo>
                    <a:pt x="5348" y="249015"/>
                    <a:pt x="0" y="236104"/>
                    <a:pt x="0" y="222641"/>
                  </a:cubicBezTo>
                  <a:lnTo>
                    <a:pt x="0" y="50760"/>
                  </a:lnTo>
                  <a:cubicBezTo>
                    <a:pt x="0" y="37298"/>
                    <a:pt x="5348" y="24387"/>
                    <a:pt x="14867" y="14867"/>
                  </a:cubicBezTo>
                  <a:cubicBezTo>
                    <a:pt x="24387" y="5348"/>
                    <a:pt x="37298" y="0"/>
                    <a:pt x="5076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82886" cy="311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362695" y="6135685"/>
            <a:ext cx="659667" cy="642875"/>
          </a:xfrm>
          <a:custGeom>
            <a:avLst/>
            <a:gdLst/>
            <a:ahLst/>
            <a:cxnLst/>
            <a:rect r="r" b="b" t="t" l="l"/>
            <a:pathLst>
              <a:path h="642875" w="659667">
                <a:moveTo>
                  <a:pt x="0" y="0"/>
                </a:moveTo>
                <a:lnTo>
                  <a:pt x="659667" y="0"/>
                </a:lnTo>
                <a:lnTo>
                  <a:pt x="659667" y="642875"/>
                </a:lnTo>
                <a:lnTo>
                  <a:pt x="0" y="6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 flipH="true">
            <a:off x="9185167" y="6527823"/>
            <a:ext cx="409001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-4279">
            <a:off x="3767658" y="7480778"/>
            <a:ext cx="3068242" cy="1177097"/>
            <a:chOff x="0" y="0"/>
            <a:chExt cx="808097" cy="3100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97" cy="310017"/>
            </a:xfrm>
            <a:custGeom>
              <a:avLst/>
              <a:gdLst/>
              <a:ahLst/>
              <a:cxnLst/>
              <a:rect r="r" b="b" t="t" l="l"/>
              <a:pathLst>
                <a:path h="310017" w="808097">
                  <a:moveTo>
                    <a:pt x="42895" y="0"/>
                  </a:moveTo>
                  <a:lnTo>
                    <a:pt x="765202" y="0"/>
                  </a:lnTo>
                  <a:cubicBezTo>
                    <a:pt x="776578" y="0"/>
                    <a:pt x="787489" y="4519"/>
                    <a:pt x="795533" y="12564"/>
                  </a:cubicBezTo>
                  <a:cubicBezTo>
                    <a:pt x="803577" y="20608"/>
                    <a:pt x="808097" y="31519"/>
                    <a:pt x="808097" y="42895"/>
                  </a:cubicBezTo>
                  <a:lnTo>
                    <a:pt x="808097" y="267122"/>
                  </a:lnTo>
                  <a:cubicBezTo>
                    <a:pt x="808097" y="278499"/>
                    <a:pt x="803577" y="289409"/>
                    <a:pt x="795533" y="297454"/>
                  </a:cubicBezTo>
                  <a:cubicBezTo>
                    <a:pt x="787489" y="305498"/>
                    <a:pt x="776578" y="310017"/>
                    <a:pt x="765202" y="310017"/>
                  </a:cubicBezTo>
                  <a:lnTo>
                    <a:pt x="42895" y="310017"/>
                  </a:lnTo>
                  <a:cubicBezTo>
                    <a:pt x="19205" y="310017"/>
                    <a:pt x="0" y="290813"/>
                    <a:pt x="0" y="267122"/>
                  </a:cubicBezTo>
                  <a:lnTo>
                    <a:pt x="0" y="42895"/>
                  </a:lnTo>
                  <a:cubicBezTo>
                    <a:pt x="0" y="31519"/>
                    <a:pt x="4519" y="20608"/>
                    <a:pt x="12564" y="12564"/>
                  </a:cubicBezTo>
                  <a:cubicBezTo>
                    <a:pt x="20608" y="4519"/>
                    <a:pt x="31519" y="0"/>
                    <a:pt x="4289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97" cy="34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878408" y="7596761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1" y="0"/>
                </a:lnTo>
                <a:lnTo>
                  <a:pt x="699981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 flipV="true">
            <a:off x="5359638" y="5424170"/>
            <a:ext cx="1089301" cy="196635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-4279">
            <a:off x="809434" y="5758558"/>
            <a:ext cx="3068242" cy="1177097"/>
            <a:chOff x="0" y="0"/>
            <a:chExt cx="808097" cy="3100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8097" cy="310017"/>
            </a:xfrm>
            <a:custGeom>
              <a:avLst/>
              <a:gdLst/>
              <a:ahLst/>
              <a:cxnLst/>
              <a:rect r="r" b="b" t="t" l="l"/>
              <a:pathLst>
                <a:path h="310017" w="808097">
                  <a:moveTo>
                    <a:pt x="42895" y="0"/>
                  </a:moveTo>
                  <a:lnTo>
                    <a:pt x="765202" y="0"/>
                  </a:lnTo>
                  <a:cubicBezTo>
                    <a:pt x="776578" y="0"/>
                    <a:pt x="787489" y="4519"/>
                    <a:pt x="795533" y="12564"/>
                  </a:cubicBezTo>
                  <a:cubicBezTo>
                    <a:pt x="803577" y="20608"/>
                    <a:pt x="808097" y="31519"/>
                    <a:pt x="808097" y="42895"/>
                  </a:cubicBezTo>
                  <a:lnTo>
                    <a:pt x="808097" y="267122"/>
                  </a:lnTo>
                  <a:cubicBezTo>
                    <a:pt x="808097" y="278499"/>
                    <a:pt x="803577" y="289409"/>
                    <a:pt x="795533" y="297454"/>
                  </a:cubicBezTo>
                  <a:cubicBezTo>
                    <a:pt x="787489" y="305498"/>
                    <a:pt x="776578" y="310017"/>
                    <a:pt x="765202" y="310017"/>
                  </a:cubicBezTo>
                  <a:lnTo>
                    <a:pt x="42895" y="310017"/>
                  </a:lnTo>
                  <a:cubicBezTo>
                    <a:pt x="19205" y="310017"/>
                    <a:pt x="0" y="290813"/>
                    <a:pt x="0" y="267122"/>
                  </a:cubicBezTo>
                  <a:lnTo>
                    <a:pt x="0" y="42895"/>
                  </a:lnTo>
                  <a:cubicBezTo>
                    <a:pt x="0" y="31519"/>
                    <a:pt x="4519" y="20608"/>
                    <a:pt x="12564" y="12564"/>
                  </a:cubicBezTo>
                  <a:cubicBezTo>
                    <a:pt x="20608" y="4519"/>
                    <a:pt x="31519" y="0"/>
                    <a:pt x="4289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08097" cy="34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2342823" y="5496088"/>
            <a:ext cx="4018515" cy="2624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945534" y="5915429"/>
            <a:ext cx="799494" cy="805351"/>
          </a:xfrm>
          <a:custGeom>
            <a:avLst/>
            <a:gdLst/>
            <a:ahLst/>
            <a:cxnLst/>
            <a:rect r="r" b="b" t="t" l="l"/>
            <a:pathLst>
              <a:path h="805351" w="799494">
                <a:moveTo>
                  <a:pt x="0" y="0"/>
                </a:moveTo>
                <a:lnTo>
                  <a:pt x="799494" y="0"/>
                </a:lnTo>
                <a:lnTo>
                  <a:pt x="799494" y="805351"/>
                </a:lnTo>
                <a:lnTo>
                  <a:pt x="0" y="8053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V="true">
            <a:off x="2342823" y="4540002"/>
            <a:ext cx="0" cy="121855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-4279">
            <a:off x="9482896" y="7699366"/>
            <a:ext cx="2592832" cy="1038072"/>
            <a:chOff x="0" y="0"/>
            <a:chExt cx="682886" cy="273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886" cy="273402"/>
            </a:xfrm>
            <a:custGeom>
              <a:avLst/>
              <a:gdLst/>
              <a:ahLst/>
              <a:cxnLst/>
              <a:rect r="r" b="b" t="t" l="l"/>
              <a:pathLst>
                <a:path h="273402" w="682886">
                  <a:moveTo>
                    <a:pt x="50760" y="0"/>
                  </a:moveTo>
                  <a:lnTo>
                    <a:pt x="632126" y="0"/>
                  </a:lnTo>
                  <a:cubicBezTo>
                    <a:pt x="645588" y="0"/>
                    <a:pt x="658499" y="5348"/>
                    <a:pt x="668018" y="14867"/>
                  </a:cubicBezTo>
                  <a:cubicBezTo>
                    <a:pt x="677538" y="24387"/>
                    <a:pt x="682886" y="37298"/>
                    <a:pt x="682886" y="50760"/>
                  </a:cubicBezTo>
                  <a:lnTo>
                    <a:pt x="682886" y="222641"/>
                  </a:lnTo>
                  <a:cubicBezTo>
                    <a:pt x="682886" y="250676"/>
                    <a:pt x="660160" y="273402"/>
                    <a:pt x="632126" y="273402"/>
                  </a:cubicBezTo>
                  <a:lnTo>
                    <a:pt x="50760" y="273402"/>
                  </a:lnTo>
                  <a:cubicBezTo>
                    <a:pt x="37298" y="273402"/>
                    <a:pt x="24387" y="268054"/>
                    <a:pt x="14867" y="258534"/>
                  </a:cubicBezTo>
                  <a:cubicBezTo>
                    <a:pt x="5348" y="249015"/>
                    <a:pt x="0" y="236104"/>
                    <a:pt x="0" y="222641"/>
                  </a:cubicBezTo>
                  <a:lnTo>
                    <a:pt x="0" y="50760"/>
                  </a:lnTo>
                  <a:cubicBezTo>
                    <a:pt x="0" y="37298"/>
                    <a:pt x="5348" y="24387"/>
                    <a:pt x="14867" y="14867"/>
                  </a:cubicBezTo>
                  <a:cubicBezTo>
                    <a:pt x="24387" y="5348"/>
                    <a:pt x="37298" y="0"/>
                    <a:pt x="5076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886" cy="311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515989" y="7857157"/>
            <a:ext cx="722489" cy="722489"/>
          </a:xfrm>
          <a:custGeom>
            <a:avLst/>
            <a:gdLst/>
            <a:ahLst/>
            <a:cxnLst/>
            <a:rect r="r" b="b" t="t" l="l"/>
            <a:pathLst>
              <a:path h="722489" w="722489">
                <a:moveTo>
                  <a:pt x="0" y="0"/>
                </a:moveTo>
                <a:lnTo>
                  <a:pt x="722490" y="0"/>
                </a:lnTo>
                <a:lnTo>
                  <a:pt x="722490" y="722490"/>
                </a:lnTo>
                <a:lnTo>
                  <a:pt x="0" y="7224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663333" y="1927857"/>
            <a:ext cx="49613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SERVICES &amp; SUPPORT MODULE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36490" y="3972125"/>
            <a:ext cx="726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71465" y="5926553"/>
            <a:ext cx="164104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SERVICES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16432" y="2935680"/>
            <a:ext cx="463745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SEARCH QUERY  , LAB TEST REQUEST ,  INSURANCE NEED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22755" y="3205277"/>
            <a:ext cx="307399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MEDICINE AVAILABILITY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62702" y="4767580"/>
            <a:ext cx="141095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LAB TEST SERVICE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57952" y="3337169"/>
            <a:ext cx="141095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DATABASE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22755" y="4354477"/>
            <a:ext cx="141095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LAB TEST REQUEST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069987" y="6137957"/>
            <a:ext cx="141095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INSURANCE POLIY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788977" y="7692980"/>
            <a:ext cx="187435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APPOINTMETN DETAILS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55540" y="6156497"/>
            <a:ext cx="18743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REMINDER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301716" y="7871057"/>
            <a:ext cx="183767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MEDIAL REPORTS</a:t>
            </a:r>
          </a:p>
        </p:txBody>
      </p:sp>
      <p:sp>
        <p:nvSpPr>
          <p:cNvPr name="AutoShape 55" id="55"/>
          <p:cNvSpPr/>
          <p:nvPr/>
        </p:nvSpPr>
        <p:spPr>
          <a:xfrm>
            <a:off x="8037709" y="7173877"/>
            <a:ext cx="2921565" cy="58664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FLOW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49454" y="1927857"/>
            <a:ext cx="55890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&amp; SOCIAL HEALTHCARE MODULE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48939" y="402110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3493" y="4486428"/>
            <a:ext cx="1256993" cy="1256993"/>
          </a:xfrm>
          <a:custGeom>
            <a:avLst/>
            <a:gdLst/>
            <a:ahLst/>
            <a:cxnLst/>
            <a:rect r="r" b="b" t="t" l="l"/>
            <a:pathLst>
              <a:path h="1256993" w="1256993">
                <a:moveTo>
                  <a:pt x="0" y="0"/>
                </a:moveTo>
                <a:lnTo>
                  <a:pt x="1256993" y="0"/>
                </a:lnTo>
                <a:lnTo>
                  <a:pt x="1256993" y="1256994"/>
                </a:lnTo>
                <a:lnTo>
                  <a:pt x="0" y="1256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71465" y="5926553"/>
            <a:ext cx="164104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SERVICES</a:t>
            </a:r>
          </a:p>
        </p:txBody>
      </p:sp>
      <p:grpSp>
        <p:nvGrpSpPr>
          <p:cNvPr name="Group 10" id="10"/>
          <p:cNvGrpSpPr/>
          <p:nvPr/>
        </p:nvGrpSpPr>
        <p:grpSpPr>
          <a:xfrm rot="-4279">
            <a:off x="1605070" y="2857250"/>
            <a:ext cx="1530585" cy="1653205"/>
            <a:chOff x="0" y="0"/>
            <a:chExt cx="403117" cy="4354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3117" cy="435412"/>
            </a:xfrm>
            <a:custGeom>
              <a:avLst/>
              <a:gdLst/>
              <a:ahLst/>
              <a:cxnLst/>
              <a:rect r="r" b="b" t="t" l="l"/>
              <a:pathLst>
                <a:path h="435412" w="403117">
                  <a:moveTo>
                    <a:pt x="85988" y="0"/>
                  </a:moveTo>
                  <a:lnTo>
                    <a:pt x="317129" y="0"/>
                  </a:lnTo>
                  <a:cubicBezTo>
                    <a:pt x="364619" y="0"/>
                    <a:pt x="403117" y="38498"/>
                    <a:pt x="403117" y="85988"/>
                  </a:cubicBezTo>
                  <a:lnTo>
                    <a:pt x="403117" y="349424"/>
                  </a:lnTo>
                  <a:cubicBezTo>
                    <a:pt x="403117" y="396914"/>
                    <a:pt x="364619" y="435412"/>
                    <a:pt x="317129" y="435412"/>
                  </a:cubicBezTo>
                  <a:lnTo>
                    <a:pt x="85988" y="435412"/>
                  </a:lnTo>
                  <a:cubicBezTo>
                    <a:pt x="38498" y="435412"/>
                    <a:pt x="0" y="396914"/>
                    <a:pt x="0" y="349424"/>
                  </a:cubicBezTo>
                  <a:lnTo>
                    <a:pt x="0" y="85988"/>
                  </a:lnTo>
                  <a:cubicBezTo>
                    <a:pt x="0" y="38498"/>
                    <a:pt x="38498" y="0"/>
                    <a:pt x="8598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3117" cy="47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40656" y="3162034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36490" y="3972125"/>
            <a:ext cx="726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206672" y="3738175"/>
            <a:ext cx="4815798" cy="28292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3269971" y="2981376"/>
            <a:ext cx="439054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TRIGGER , BLOOD DONATION &amp; NEED REQUEST</a:t>
            </a:r>
          </a:p>
        </p:txBody>
      </p:sp>
      <p:grpSp>
        <p:nvGrpSpPr>
          <p:cNvPr name="Group 17" id="17"/>
          <p:cNvGrpSpPr/>
          <p:nvPr/>
        </p:nvGrpSpPr>
        <p:grpSpPr>
          <a:xfrm rot="-4279">
            <a:off x="13476948" y="2901479"/>
            <a:ext cx="3359460" cy="1673391"/>
            <a:chOff x="0" y="0"/>
            <a:chExt cx="884796" cy="440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4796" cy="440729"/>
            </a:xfrm>
            <a:custGeom>
              <a:avLst/>
              <a:gdLst/>
              <a:ahLst/>
              <a:cxnLst/>
              <a:rect r="r" b="b" t="t" l="l"/>
              <a:pathLst>
                <a:path h="440729" w="884796">
                  <a:moveTo>
                    <a:pt x="39177" y="0"/>
                  </a:moveTo>
                  <a:lnTo>
                    <a:pt x="845619" y="0"/>
                  </a:lnTo>
                  <a:cubicBezTo>
                    <a:pt x="867256" y="0"/>
                    <a:pt x="884796" y="17540"/>
                    <a:pt x="884796" y="39177"/>
                  </a:cubicBezTo>
                  <a:lnTo>
                    <a:pt x="884796" y="401552"/>
                  </a:lnTo>
                  <a:cubicBezTo>
                    <a:pt x="884796" y="411942"/>
                    <a:pt x="880668" y="421907"/>
                    <a:pt x="873321" y="429254"/>
                  </a:cubicBezTo>
                  <a:cubicBezTo>
                    <a:pt x="865974" y="436601"/>
                    <a:pt x="856010" y="440729"/>
                    <a:pt x="845619" y="440729"/>
                  </a:cubicBezTo>
                  <a:lnTo>
                    <a:pt x="39177" y="440729"/>
                  </a:lnTo>
                  <a:cubicBezTo>
                    <a:pt x="17540" y="440729"/>
                    <a:pt x="0" y="423189"/>
                    <a:pt x="0" y="401552"/>
                  </a:cubicBezTo>
                  <a:lnTo>
                    <a:pt x="0" y="39177"/>
                  </a:lnTo>
                  <a:cubicBezTo>
                    <a:pt x="0" y="17540"/>
                    <a:pt x="17540" y="0"/>
                    <a:pt x="3917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84796" cy="47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696743" y="2990824"/>
            <a:ext cx="292120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SERVICES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96743" y="3547841"/>
            <a:ext cx="292120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ALERT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NEAREST HOSPITAL 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8080190" y="3768655"/>
            <a:ext cx="5324370" cy="11945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-4279">
            <a:off x="13477990" y="5145590"/>
            <a:ext cx="3359460" cy="1673391"/>
            <a:chOff x="0" y="0"/>
            <a:chExt cx="884796" cy="4407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4796" cy="440729"/>
            </a:xfrm>
            <a:custGeom>
              <a:avLst/>
              <a:gdLst/>
              <a:ahLst/>
              <a:cxnLst/>
              <a:rect r="r" b="b" t="t" l="l"/>
              <a:pathLst>
                <a:path h="440729" w="884796">
                  <a:moveTo>
                    <a:pt x="39177" y="0"/>
                  </a:moveTo>
                  <a:lnTo>
                    <a:pt x="845619" y="0"/>
                  </a:lnTo>
                  <a:cubicBezTo>
                    <a:pt x="867256" y="0"/>
                    <a:pt x="884796" y="17540"/>
                    <a:pt x="884796" y="39177"/>
                  </a:cubicBezTo>
                  <a:lnTo>
                    <a:pt x="884796" y="401552"/>
                  </a:lnTo>
                  <a:cubicBezTo>
                    <a:pt x="884796" y="411942"/>
                    <a:pt x="880668" y="421907"/>
                    <a:pt x="873321" y="429254"/>
                  </a:cubicBezTo>
                  <a:cubicBezTo>
                    <a:pt x="865974" y="436601"/>
                    <a:pt x="856010" y="440729"/>
                    <a:pt x="845619" y="440729"/>
                  </a:cubicBezTo>
                  <a:lnTo>
                    <a:pt x="39177" y="440729"/>
                  </a:lnTo>
                  <a:cubicBezTo>
                    <a:pt x="17540" y="440729"/>
                    <a:pt x="0" y="423189"/>
                    <a:pt x="0" y="401552"/>
                  </a:cubicBezTo>
                  <a:lnTo>
                    <a:pt x="0" y="39177"/>
                  </a:lnTo>
                  <a:cubicBezTo>
                    <a:pt x="0" y="17540"/>
                    <a:pt x="17540" y="0"/>
                    <a:pt x="3917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84796" cy="47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593009" y="5234936"/>
            <a:ext cx="336974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SOCIAL HEALTH SUPPORT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97784" y="5750340"/>
            <a:ext cx="292120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BLOOD DONATION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SOCIAL HEALTH CAMPAIGNS</a:t>
            </a:r>
          </a:p>
        </p:txBody>
      </p:sp>
      <p:grpSp>
        <p:nvGrpSpPr>
          <p:cNvPr name="Group 28" id="28"/>
          <p:cNvGrpSpPr/>
          <p:nvPr/>
        </p:nvGrpSpPr>
        <p:grpSpPr>
          <a:xfrm rot="-4279">
            <a:off x="3767658" y="7480778"/>
            <a:ext cx="3068242" cy="1177097"/>
            <a:chOff x="0" y="0"/>
            <a:chExt cx="808097" cy="3100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8097" cy="310017"/>
            </a:xfrm>
            <a:custGeom>
              <a:avLst/>
              <a:gdLst/>
              <a:ahLst/>
              <a:cxnLst/>
              <a:rect r="r" b="b" t="t" l="l"/>
              <a:pathLst>
                <a:path h="310017" w="808097">
                  <a:moveTo>
                    <a:pt x="42895" y="0"/>
                  </a:moveTo>
                  <a:lnTo>
                    <a:pt x="765202" y="0"/>
                  </a:lnTo>
                  <a:cubicBezTo>
                    <a:pt x="776578" y="0"/>
                    <a:pt x="787489" y="4519"/>
                    <a:pt x="795533" y="12564"/>
                  </a:cubicBezTo>
                  <a:cubicBezTo>
                    <a:pt x="803577" y="20608"/>
                    <a:pt x="808097" y="31519"/>
                    <a:pt x="808097" y="42895"/>
                  </a:cubicBezTo>
                  <a:lnTo>
                    <a:pt x="808097" y="267122"/>
                  </a:lnTo>
                  <a:cubicBezTo>
                    <a:pt x="808097" y="278499"/>
                    <a:pt x="803577" y="289409"/>
                    <a:pt x="795533" y="297454"/>
                  </a:cubicBezTo>
                  <a:cubicBezTo>
                    <a:pt x="787489" y="305498"/>
                    <a:pt x="776578" y="310017"/>
                    <a:pt x="765202" y="310017"/>
                  </a:cubicBezTo>
                  <a:lnTo>
                    <a:pt x="42895" y="310017"/>
                  </a:lnTo>
                  <a:cubicBezTo>
                    <a:pt x="19205" y="310017"/>
                    <a:pt x="0" y="290813"/>
                    <a:pt x="0" y="267122"/>
                  </a:cubicBezTo>
                  <a:lnTo>
                    <a:pt x="0" y="42895"/>
                  </a:lnTo>
                  <a:cubicBezTo>
                    <a:pt x="0" y="31519"/>
                    <a:pt x="4519" y="20608"/>
                    <a:pt x="12564" y="12564"/>
                  </a:cubicBezTo>
                  <a:cubicBezTo>
                    <a:pt x="20608" y="4519"/>
                    <a:pt x="31519" y="0"/>
                    <a:pt x="4289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8097" cy="34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878408" y="7596761"/>
            <a:ext cx="699981" cy="887128"/>
          </a:xfrm>
          <a:custGeom>
            <a:avLst/>
            <a:gdLst/>
            <a:ahLst/>
            <a:cxnLst/>
            <a:rect r="r" b="b" t="t" l="l"/>
            <a:pathLst>
              <a:path h="887128" w="699981">
                <a:moveTo>
                  <a:pt x="0" y="0"/>
                </a:moveTo>
                <a:lnTo>
                  <a:pt x="699981" y="0"/>
                </a:lnTo>
                <a:lnTo>
                  <a:pt x="699981" y="887128"/>
                </a:lnTo>
                <a:lnTo>
                  <a:pt x="0" y="887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788977" y="7692980"/>
            <a:ext cx="189585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BLOOD DONOR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DETAILS</a:t>
            </a:r>
          </a:p>
        </p:txBody>
      </p:sp>
      <p:sp>
        <p:nvSpPr>
          <p:cNvPr name="AutoShape 33" id="33"/>
          <p:cNvSpPr/>
          <p:nvPr/>
        </p:nvSpPr>
        <p:spPr>
          <a:xfrm flipV="true">
            <a:off x="5097935" y="5538715"/>
            <a:ext cx="1381303" cy="194015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4" id="34"/>
          <p:cNvSpPr txBox="true"/>
          <p:nvPr/>
        </p:nvSpPr>
        <p:spPr>
          <a:xfrm rot="0">
            <a:off x="3546701" y="5897527"/>
            <a:ext cx="124227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CONTACT DETAILS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5039" y="3262726"/>
            <a:ext cx="30193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RESPONSE</a:t>
            </a:r>
          </a:p>
        </p:txBody>
      </p:sp>
      <p:sp>
        <p:nvSpPr>
          <p:cNvPr name="AutoShape 36" id="36"/>
          <p:cNvSpPr/>
          <p:nvPr/>
        </p:nvSpPr>
        <p:spPr>
          <a:xfrm flipH="true" flipV="true">
            <a:off x="9465634" y="5982286"/>
            <a:ext cx="4012357" cy="209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768954" y="2184056"/>
            <a:ext cx="9723378" cy="7364405"/>
            <a:chOff x="0" y="0"/>
            <a:chExt cx="2560890" cy="1939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0890" cy="1939596"/>
            </a:xfrm>
            <a:custGeom>
              <a:avLst/>
              <a:gdLst/>
              <a:ahLst/>
              <a:cxnLst/>
              <a:rect r="r" b="b" t="t" l="l"/>
              <a:pathLst>
                <a:path h="1939596" w="2560890">
                  <a:moveTo>
                    <a:pt x="13536" y="0"/>
                  </a:moveTo>
                  <a:lnTo>
                    <a:pt x="2547354" y="0"/>
                  </a:lnTo>
                  <a:cubicBezTo>
                    <a:pt x="2554830" y="0"/>
                    <a:pt x="2560890" y="6060"/>
                    <a:pt x="2560890" y="13536"/>
                  </a:cubicBezTo>
                  <a:lnTo>
                    <a:pt x="2560890" y="1926061"/>
                  </a:lnTo>
                  <a:cubicBezTo>
                    <a:pt x="2560890" y="1933536"/>
                    <a:pt x="2554830" y="1939596"/>
                    <a:pt x="2547354" y="1939596"/>
                  </a:cubicBezTo>
                  <a:lnTo>
                    <a:pt x="13536" y="1939596"/>
                  </a:lnTo>
                  <a:cubicBezTo>
                    <a:pt x="6060" y="1939596"/>
                    <a:pt x="0" y="1933536"/>
                    <a:pt x="0" y="1926061"/>
                  </a:cubicBezTo>
                  <a:lnTo>
                    <a:pt x="0" y="13536"/>
                  </a:lnTo>
                  <a:cubicBezTo>
                    <a:pt x="0" y="6060"/>
                    <a:pt x="6060" y="0"/>
                    <a:pt x="13536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60890" cy="1977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15404" y="5189345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6" y="0"/>
                </a:lnTo>
                <a:lnTo>
                  <a:pt x="918316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295505" y="2460123"/>
            <a:ext cx="3797148" cy="612695"/>
            <a:chOff x="0" y="0"/>
            <a:chExt cx="4966462" cy="8013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3628" y="0"/>
              <a:ext cx="4879206" cy="800100"/>
            </a:xfrm>
            <a:custGeom>
              <a:avLst/>
              <a:gdLst/>
              <a:ahLst/>
              <a:cxnLst/>
              <a:rect r="r" b="b" t="t" l="l"/>
              <a:pathLst>
                <a:path h="800100" w="4879206">
                  <a:moveTo>
                    <a:pt x="3077693" y="12170"/>
                  </a:moveTo>
                  <a:lnTo>
                    <a:pt x="3477695" y="36090"/>
                  </a:lnTo>
                  <a:cubicBezTo>
                    <a:pt x="3613328" y="44200"/>
                    <a:pt x="3748604" y="57472"/>
                    <a:pt x="3883228" y="75875"/>
                  </a:cubicBezTo>
                  <a:lnTo>
                    <a:pt x="4138818" y="110815"/>
                  </a:lnTo>
                  <a:cubicBezTo>
                    <a:pt x="4273324" y="129202"/>
                    <a:pt x="4406374" y="157011"/>
                    <a:pt x="4536985" y="194037"/>
                  </a:cubicBezTo>
                  <a:lnTo>
                    <a:pt x="4678105" y="234041"/>
                  </a:lnTo>
                  <a:cubicBezTo>
                    <a:pt x="4742029" y="252162"/>
                    <a:pt x="4800673" y="285356"/>
                    <a:pt x="4849113" y="330835"/>
                  </a:cubicBezTo>
                  <a:lnTo>
                    <a:pt x="4849113" y="330835"/>
                  </a:lnTo>
                  <a:cubicBezTo>
                    <a:pt x="4868259" y="348811"/>
                    <a:pt x="4879146" y="373887"/>
                    <a:pt x="4879206" y="400149"/>
                  </a:cubicBezTo>
                  <a:cubicBezTo>
                    <a:pt x="4879266" y="426412"/>
                    <a:pt x="4868493" y="451537"/>
                    <a:pt x="4849430" y="469600"/>
                  </a:cubicBezTo>
                  <a:lnTo>
                    <a:pt x="4849113" y="469900"/>
                  </a:lnTo>
                  <a:cubicBezTo>
                    <a:pt x="4800695" y="515776"/>
                    <a:pt x="4741831" y="549166"/>
                    <a:pt x="4677611" y="567183"/>
                  </a:cubicBezTo>
                  <a:lnTo>
                    <a:pt x="4537135" y="606595"/>
                  </a:lnTo>
                  <a:cubicBezTo>
                    <a:pt x="4406418" y="643268"/>
                    <a:pt x="4273331" y="670897"/>
                    <a:pt x="4138818" y="689285"/>
                  </a:cubicBezTo>
                  <a:lnTo>
                    <a:pt x="3883228" y="724225"/>
                  </a:lnTo>
                  <a:cubicBezTo>
                    <a:pt x="3748604" y="742628"/>
                    <a:pt x="3613328" y="755900"/>
                    <a:pt x="3477695" y="764010"/>
                  </a:cubicBezTo>
                  <a:lnTo>
                    <a:pt x="3077693" y="787930"/>
                  </a:lnTo>
                  <a:cubicBezTo>
                    <a:pt x="2942040" y="796041"/>
                    <a:pt x="2806175" y="800100"/>
                    <a:pt x="2670281" y="800100"/>
                  </a:cubicBezTo>
                  <a:lnTo>
                    <a:pt x="2208925" y="800100"/>
                  </a:lnTo>
                  <a:cubicBezTo>
                    <a:pt x="2073030" y="800100"/>
                    <a:pt x="1937166" y="796041"/>
                    <a:pt x="1801513" y="787930"/>
                  </a:cubicBezTo>
                  <a:lnTo>
                    <a:pt x="1401512" y="764010"/>
                  </a:lnTo>
                  <a:cubicBezTo>
                    <a:pt x="1265878" y="755900"/>
                    <a:pt x="1130602" y="742628"/>
                    <a:pt x="995979" y="724225"/>
                  </a:cubicBezTo>
                  <a:lnTo>
                    <a:pt x="740388" y="689285"/>
                  </a:lnTo>
                  <a:cubicBezTo>
                    <a:pt x="605875" y="670897"/>
                    <a:pt x="472788" y="643268"/>
                    <a:pt x="342071" y="606595"/>
                  </a:cubicBezTo>
                  <a:lnTo>
                    <a:pt x="201595" y="567183"/>
                  </a:lnTo>
                  <a:cubicBezTo>
                    <a:pt x="137375" y="549166"/>
                    <a:pt x="78511" y="515776"/>
                    <a:pt x="30093" y="469900"/>
                  </a:cubicBezTo>
                  <a:lnTo>
                    <a:pt x="29777" y="469600"/>
                  </a:lnTo>
                  <a:cubicBezTo>
                    <a:pt x="10712" y="451537"/>
                    <a:pt x="-60" y="426412"/>
                    <a:pt x="0" y="400149"/>
                  </a:cubicBezTo>
                  <a:cubicBezTo>
                    <a:pt x="60" y="373887"/>
                    <a:pt x="10947" y="348811"/>
                    <a:pt x="30093" y="330835"/>
                  </a:cubicBezTo>
                  <a:lnTo>
                    <a:pt x="30093" y="330835"/>
                  </a:lnTo>
                  <a:cubicBezTo>
                    <a:pt x="78533" y="285356"/>
                    <a:pt x="137177" y="252162"/>
                    <a:pt x="201101" y="234041"/>
                  </a:cubicBezTo>
                  <a:lnTo>
                    <a:pt x="342221" y="194037"/>
                  </a:lnTo>
                  <a:cubicBezTo>
                    <a:pt x="472832" y="157011"/>
                    <a:pt x="605882" y="129202"/>
                    <a:pt x="740388" y="110815"/>
                  </a:cubicBezTo>
                  <a:lnTo>
                    <a:pt x="995979" y="75875"/>
                  </a:lnTo>
                  <a:cubicBezTo>
                    <a:pt x="1130602" y="57472"/>
                    <a:pt x="1265878" y="44200"/>
                    <a:pt x="1401512" y="36090"/>
                  </a:cubicBezTo>
                  <a:lnTo>
                    <a:pt x="1801513" y="12170"/>
                  </a:lnTo>
                  <a:cubicBezTo>
                    <a:pt x="1937166" y="4059"/>
                    <a:pt x="2073030" y="0"/>
                    <a:pt x="2208925" y="0"/>
                  </a:cubicBezTo>
                  <a:lnTo>
                    <a:pt x="2670281" y="0"/>
                  </a:lnTo>
                  <a:cubicBezTo>
                    <a:pt x="2806175" y="0"/>
                    <a:pt x="2942040" y="4059"/>
                    <a:pt x="3077693" y="12170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46324" y="77868"/>
              <a:ext cx="3473814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45426" y="3234742"/>
            <a:ext cx="3797148" cy="841295"/>
            <a:chOff x="0" y="0"/>
            <a:chExt cx="4966462" cy="1100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1033" y="0"/>
              <a:ext cx="4884397" cy="1098622"/>
            </a:xfrm>
            <a:custGeom>
              <a:avLst/>
              <a:gdLst/>
              <a:ahLst/>
              <a:cxnLst/>
              <a:rect r="r" b="b" t="t" l="l"/>
              <a:pathLst>
                <a:path h="1098622" w="4884397">
                  <a:moveTo>
                    <a:pt x="3079967" y="16685"/>
                  </a:moveTo>
                  <a:lnTo>
                    <a:pt x="3480610" y="49581"/>
                  </a:lnTo>
                  <a:cubicBezTo>
                    <a:pt x="3615988" y="60697"/>
                    <a:pt x="3750700" y="78821"/>
                    <a:pt x="3884202" y="103880"/>
                  </a:cubicBezTo>
                  <a:lnTo>
                    <a:pt x="4143034" y="152465"/>
                  </a:lnTo>
                  <a:cubicBezTo>
                    <a:pt x="4276338" y="177487"/>
                    <a:pt x="4407029" y="214838"/>
                    <a:pt x="4533423" y="264036"/>
                  </a:cubicBezTo>
                  <a:lnTo>
                    <a:pt x="4665899" y="315602"/>
                  </a:lnTo>
                  <a:cubicBezTo>
                    <a:pt x="4739247" y="344152"/>
                    <a:pt x="4803467" y="392080"/>
                    <a:pt x="4851708" y="454271"/>
                  </a:cubicBezTo>
                  <a:lnTo>
                    <a:pt x="4851708" y="454271"/>
                  </a:lnTo>
                  <a:cubicBezTo>
                    <a:pt x="4895135" y="510257"/>
                    <a:pt x="4895308" y="588498"/>
                    <a:pt x="4852129" y="644675"/>
                  </a:cubicBezTo>
                  <a:lnTo>
                    <a:pt x="4851708" y="645222"/>
                  </a:lnTo>
                  <a:cubicBezTo>
                    <a:pt x="4803494" y="707949"/>
                    <a:pt x="4738930" y="756180"/>
                    <a:pt x="4665104" y="784620"/>
                  </a:cubicBezTo>
                  <a:lnTo>
                    <a:pt x="4533680" y="835249"/>
                  </a:lnTo>
                  <a:cubicBezTo>
                    <a:pt x="4407105" y="884010"/>
                    <a:pt x="4276348" y="921133"/>
                    <a:pt x="4143034" y="946157"/>
                  </a:cubicBezTo>
                  <a:lnTo>
                    <a:pt x="3884202" y="994742"/>
                  </a:lnTo>
                  <a:cubicBezTo>
                    <a:pt x="3750700" y="1019801"/>
                    <a:pt x="3615988" y="1037925"/>
                    <a:pt x="3480610" y="1049041"/>
                  </a:cubicBezTo>
                  <a:lnTo>
                    <a:pt x="3079967" y="1081937"/>
                  </a:lnTo>
                  <a:cubicBezTo>
                    <a:pt x="2944555" y="1093056"/>
                    <a:pt x="2808744" y="1098622"/>
                    <a:pt x="2672876" y="1098622"/>
                  </a:cubicBezTo>
                  <a:lnTo>
                    <a:pt x="2211520" y="1098622"/>
                  </a:lnTo>
                  <a:cubicBezTo>
                    <a:pt x="2075652" y="1098622"/>
                    <a:pt x="1939841" y="1093056"/>
                    <a:pt x="1804429" y="1081937"/>
                  </a:cubicBezTo>
                  <a:lnTo>
                    <a:pt x="1403786" y="1049041"/>
                  </a:lnTo>
                  <a:cubicBezTo>
                    <a:pt x="1268408" y="1037925"/>
                    <a:pt x="1133697" y="1019801"/>
                    <a:pt x="1000194" y="994742"/>
                  </a:cubicBezTo>
                  <a:lnTo>
                    <a:pt x="741362" y="946157"/>
                  </a:lnTo>
                  <a:cubicBezTo>
                    <a:pt x="608048" y="921133"/>
                    <a:pt x="477291" y="884010"/>
                    <a:pt x="350716" y="835249"/>
                  </a:cubicBezTo>
                  <a:lnTo>
                    <a:pt x="219292" y="784620"/>
                  </a:lnTo>
                  <a:cubicBezTo>
                    <a:pt x="145466" y="756180"/>
                    <a:pt x="80902" y="707949"/>
                    <a:pt x="32688" y="645222"/>
                  </a:cubicBezTo>
                  <a:lnTo>
                    <a:pt x="32267" y="644675"/>
                  </a:lnTo>
                  <a:cubicBezTo>
                    <a:pt x="-10912" y="588498"/>
                    <a:pt x="-10740" y="510257"/>
                    <a:pt x="32688" y="454271"/>
                  </a:cubicBezTo>
                  <a:lnTo>
                    <a:pt x="32688" y="454271"/>
                  </a:lnTo>
                  <a:cubicBezTo>
                    <a:pt x="80929" y="392080"/>
                    <a:pt x="145149" y="344152"/>
                    <a:pt x="218497" y="315602"/>
                  </a:cubicBezTo>
                  <a:lnTo>
                    <a:pt x="350973" y="264036"/>
                  </a:lnTo>
                  <a:cubicBezTo>
                    <a:pt x="477367" y="214838"/>
                    <a:pt x="608058" y="177487"/>
                    <a:pt x="741362" y="152465"/>
                  </a:cubicBezTo>
                  <a:lnTo>
                    <a:pt x="1000194" y="103880"/>
                  </a:lnTo>
                  <a:cubicBezTo>
                    <a:pt x="1133697" y="78821"/>
                    <a:pt x="1268408" y="60697"/>
                    <a:pt x="1403786" y="49581"/>
                  </a:cubicBezTo>
                  <a:lnTo>
                    <a:pt x="1804429" y="16685"/>
                  </a:lnTo>
                  <a:cubicBezTo>
                    <a:pt x="1939841" y="5566"/>
                    <a:pt x="2075652" y="0"/>
                    <a:pt x="2211520" y="0"/>
                  </a:cubicBezTo>
                  <a:lnTo>
                    <a:pt x="2672876" y="0"/>
                  </a:lnTo>
                  <a:cubicBezTo>
                    <a:pt x="2808744" y="0"/>
                    <a:pt x="2944555" y="5566"/>
                    <a:pt x="3079967" y="1668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46324" y="121136"/>
              <a:ext cx="3473814" cy="818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45426" y="4237962"/>
            <a:ext cx="3797148" cy="774620"/>
            <a:chOff x="0" y="0"/>
            <a:chExt cx="4966462" cy="10131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1627" y="0"/>
              <a:ext cx="4883207" cy="1011553"/>
            </a:xfrm>
            <a:custGeom>
              <a:avLst/>
              <a:gdLst/>
              <a:ahLst/>
              <a:cxnLst/>
              <a:rect r="r" b="b" t="t" l="l"/>
              <a:pathLst>
                <a:path h="1011553" w="4883207">
                  <a:moveTo>
                    <a:pt x="3079477" y="15370"/>
                  </a:moveTo>
                  <a:lnTo>
                    <a:pt x="3479912" y="45644"/>
                  </a:lnTo>
                  <a:cubicBezTo>
                    <a:pt x="3615373" y="55885"/>
                    <a:pt x="3750266" y="72602"/>
                    <a:pt x="3884129" y="95738"/>
                  </a:cubicBezTo>
                  <a:lnTo>
                    <a:pt x="4141919" y="140291"/>
                  </a:lnTo>
                  <a:cubicBezTo>
                    <a:pt x="4275607" y="163397"/>
                    <a:pt x="4407045" y="198030"/>
                    <a:pt x="4534761" y="243803"/>
                  </a:cubicBezTo>
                  <a:lnTo>
                    <a:pt x="4669680" y="292158"/>
                  </a:lnTo>
                  <a:cubicBezTo>
                    <a:pt x="4740230" y="317443"/>
                    <a:pt x="4802828" y="360954"/>
                    <a:pt x="4851114" y="418269"/>
                  </a:cubicBezTo>
                  <a:lnTo>
                    <a:pt x="4851114" y="418269"/>
                  </a:lnTo>
                  <a:cubicBezTo>
                    <a:pt x="4893756" y="468886"/>
                    <a:pt x="4893923" y="542807"/>
                    <a:pt x="4851508" y="593614"/>
                  </a:cubicBezTo>
                  <a:lnTo>
                    <a:pt x="4851114" y="594087"/>
                  </a:lnTo>
                  <a:cubicBezTo>
                    <a:pt x="4802854" y="651897"/>
                    <a:pt x="4739949" y="695679"/>
                    <a:pt x="4668975" y="720853"/>
                  </a:cubicBezTo>
                  <a:lnTo>
                    <a:pt x="4534986" y="768379"/>
                  </a:lnTo>
                  <a:cubicBezTo>
                    <a:pt x="4407112" y="813737"/>
                    <a:pt x="4275617" y="848154"/>
                    <a:pt x="4141919" y="871262"/>
                  </a:cubicBezTo>
                  <a:lnTo>
                    <a:pt x="3884129" y="915816"/>
                  </a:lnTo>
                  <a:cubicBezTo>
                    <a:pt x="3750266" y="938951"/>
                    <a:pt x="3615373" y="955668"/>
                    <a:pt x="3479912" y="965909"/>
                  </a:cubicBezTo>
                  <a:lnTo>
                    <a:pt x="3079477" y="996183"/>
                  </a:lnTo>
                  <a:cubicBezTo>
                    <a:pt x="2943987" y="1006426"/>
                    <a:pt x="2808158" y="1011553"/>
                    <a:pt x="2672282" y="1011553"/>
                  </a:cubicBezTo>
                  <a:lnTo>
                    <a:pt x="2210926" y="1011553"/>
                  </a:lnTo>
                  <a:cubicBezTo>
                    <a:pt x="2075049" y="1011553"/>
                    <a:pt x="1939221" y="1006426"/>
                    <a:pt x="1803731" y="996183"/>
                  </a:cubicBezTo>
                  <a:lnTo>
                    <a:pt x="1403296" y="965909"/>
                  </a:lnTo>
                  <a:cubicBezTo>
                    <a:pt x="1267835" y="955668"/>
                    <a:pt x="1132942" y="938951"/>
                    <a:pt x="999079" y="915816"/>
                  </a:cubicBezTo>
                  <a:lnTo>
                    <a:pt x="741289" y="871262"/>
                  </a:lnTo>
                  <a:cubicBezTo>
                    <a:pt x="607591" y="848154"/>
                    <a:pt x="476097" y="813737"/>
                    <a:pt x="348223" y="768380"/>
                  </a:cubicBezTo>
                  <a:lnTo>
                    <a:pt x="214233" y="720853"/>
                  </a:lnTo>
                  <a:cubicBezTo>
                    <a:pt x="143260" y="695679"/>
                    <a:pt x="80354" y="651897"/>
                    <a:pt x="32094" y="594087"/>
                  </a:cubicBezTo>
                  <a:lnTo>
                    <a:pt x="31700" y="593614"/>
                  </a:lnTo>
                  <a:cubicBezTo>
                    <a:pt x="-10715" y="542807"/>
                    <a:pt x="-10548" y="468886"/>
                    <a:pt x="32094" y="418269"/>
                  </a:cubicBezTo>
                  <a:lnTo>
                    <a:pt x="32094" y="418269"/>
                  </a:lnTo>
                  <a:cubicBezTo>
                    <a:pt x="80380" y="360954"/>
                    <a:pt x="142978" y="317443"/>
                    <a:pt x="213528" y="292158"/>
                  </a:cubicBezTo>
                  <a:lnTo>
                    <a:pt x="348447" y="243803"/>
                  </a:lnTo>
                  <a:cubicBezTo>
                    <a:pt x="476163" y="198030"/>
                    <a:pt x="607601" y="163397"/>
                    <a:pt x="741289" y="140291"/>
                  </a:cubicBezTo>
                  <a:lnTo>
                    <a:pt x="999079" y="95738"/>
                  </a:lnTo>
                  <a:cubicBezTo>
                    <a:pt x="1132942" y="72602"/>
                    <a:pt x="1267835" y="55885"/>
                    <a:pt x="1403296" y="45644"/>
                  </a:cubicBezTo>
                  <a:lnTo>
                    <a:pt x="1803731" y="15370"/>
                  </a:lnTo>
                  <a:cubicBezTo>
                    <a:pt x="1939221" y="5127"/>
                    <a:pt x="2075049" y="0"/>
                    <a:pt x="2210926" y="0"/>
                  </a:cubicBezTo>
                  <a:lnTo>
                    <a:pt x="2672282" y="0"/>
                  </a:lnTo>
                  <a:cubicBezTo>
                    <a:pt x="2808158" y="0"/>
                    <a:pt x="2943987" y="5127"/>
                    <a:pt x="3079477" y="15370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46324" y="108516"/>
              <a:ext cx="3473814" cy="7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45426" y="5174507"/>
            <a:ext cx="3797148" cy="839767"/>
            <a:chOff x="0" y="0"/>
            <a:chExt cx="4966462" cy="109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1045" y="0"/>
              <a:ext cx="4884372" cy="1096627"/>
            </a:xfrm>
            <a:custGeom>
              <a:avLst/>
              <a:gdLst/>
              <a:ahLst/>
              <a:cxnLst/>
              <a:rect r="r" b="b" t="t" l="l"/>
              <a:pathLst>
                <a:path h="1096627" w="4884372">
                  <a:moveTo>
                    <a:pt x="3079958" y="16655"/>
                  </a:moveTo>
                  <a:lnTo>
                    <a:pt x="3480595" y="49491"/>
                  </a:lnTo>
                  <a:cubicBezTo>
                    <a:pt x="3615976" y="60587"/>
                    <a:pt x="3750691" y="78679"/>
                    <a:pt x="3884202" y="103694"/>
                  </a:cubicBezTo>
                  <a:lnTo>
                    <a:pt x="4143009" y="152186"/>
                  </a:lnTo>
                  <a:cubicBezTo>
                    <a:pt x="4276322" y="177164"/>
                    <a:pt x="4407031" y="214453"/>
                    <a:pt x="4533457" y="263575"/>
                  </a:cubicBezTo>
                  <a:lnTo>
                    <a:pt x="4665987" y="315068"/>
                  </a:lnTo>
                  <a:cubicBezTo>
                    <a:pt x="4739271" y="343541"/>
                    <a:pt x="4803454" y="391367"/>
                    <a:pt x="4851696" y="453447"/>
                  </a:cubicBezTo>
                  <a:lnTo>
                    <a:pt x="4851696" y="453447"/>
                  </a:lnTo>
                  <a:cubicBezTo>
                    <a:pt x="4895107" y="509310"/>
                    <a:pt x="4895280" y="587451"/>
                    <a:pt x="4852116" y="643505"/>
                  </a:cubicBezTo>
                  <a:lnTo>
                    <a:pt x="4851696" y="644051"/>
                  </a:lnTo>
                  <a:cubicBezTo>
                    <a:pt x="4803481" y="706665"/>
                    <a:pt x="4738955" y="754793"/>
                    <a:pt x="4665194" y="783156"/>
                  </a:cubicBezTo>
                  <a:lnTo>
                    <a:pt x="4533713" y="833715"/>
                  </a:lnTo>
                  <a:cubicBezTo>
                    <a:pt x="4407107" y="882399"/>
                    <a:pt x="4276333" y="919461"/>
                    <a:pt x="4143009" y="944441"/>
                  </a:cubicBezTo>
                  <a:lnTo>
                    <a:pt x="3884202" y="992933"/>
                  </a:lnTo>
                  <a:cubicBezTo>
                    <a:pt x="3750691" y="1017948"/>
                    <a:pt x="3615976" y="1036040"/>
                    <a:pt x="3480595" y="1047136"/>
                  </a:cubicBezTo>
                  <a:lnTo>
                    <a:pt x="3079958" y="1079972"/>
                  </a:lnTo>
                  <a:cubicBezTo>
                    <a:pt x="2944543" y="1091071"/>
                    <a:pt x="2808732" y="1096627"/>
                    <a:pt x="2672864" y="1096627"/>
                  </a:cubicBezTo>
                  <a:lnTo>
                    <a:pt x="2211508" y="1096627"/>
                  </a:lnTo>
                  <a:cubicBezTo>
                    <a:pt x="2075640" y="1096627"/>
                    <a:pt x="1939828" y="1091071"/>
                    <a:pt x="1804414" y="1079972"/>
                  </a:cubicBezTo>
                  <a:lnTo>
                    <a:pt x="1403777" y="1047136"/>
                  </a:lnTo>
                  <a:cubicBezTo>
                    <a:pt x="1268397" y="1036040"/>
                    <a:pt x="1133681" y="1017948"/>
                    <a:pt x="1000170" y="992933"/>
                  </a:cubicBezTo>
                  <a:lnTo>
                    <a:pt x="741363" y="944441"/>
                  </a:lnTo>
                  <a:cubicBezTo>
                    <a:pt x="608039" y="919461"/>
                    <a:pt x="477265" y="882399"/>
                    <a:pt x="350659" y="833715"/>
                  </a:cubicBezTo>
                  <a:lnTo>
                    <a:pt x="219178" y="783156"/>
                  </a:lnTo>
                  <a:cubicBezTo>
                    <a:pt x="145417" y="754793"/>
                    <a:pt x="80891" y="706665"/>
                    <a:pt x="32676" y="644051"/>
                  </a:cubicBezTo>
                  <a:lnTo>
                    <a:pt x="32256" y="643505"/>
                  </a:lnTo>
                  <a:cubicBezTo>
                    <a:pt x="-10908" y="587451"/>
                    <a:pt x="-10735" y="509310"/>
                    <a:pt x="32676" y="453447"/>
                  </a:cubicBezTo>
                  <a:lnTo>
                    <a:pt x="32676" y="453447"/>
                  </a:lnTo>
                  <a:cubicBezTo>
                    <a:pt x="80918" y="391367"/>
                    <a:pt x="145101" y="343541"/>
                    <a:pt x="218385" y="315068"/>
                  </a:cubicBezTo>
                  <a:lnTo>
                    <a:pt x="350915" y="263575"/>
                  </a:lnTo>
                  <a:cubicBezTo>
                    <a:pt x="477341" y="214453"/>
                    <a:pt x="608050" y="177164"/>
                    <a:pt x="741363" y="152186"/>
                  </a:cubicBezTo>
                  <a:lnTo>
                    <a:pt x="1000170" y="103694"/>
                  </a:lnTo>
                  <a:cubicBezTo>
                    <a:pt x="1133681" y="78679"/>
                    <a:pt x="1268397" y="60587"/>
                    <a:pt x="1403777" y="49491"/>
                  </a:cubicBezTo>
                  <a:lnTo>
                    <a:pt x="1804414" y="16655"/>
                  </a:lnTo>
                  <a:cubicBezTo>
                    <a:pt x="1939828" y="5556"/>
                    <a:pt x="2075640" y="0"/>
                    <a:pt x="2211508" y="0"/>
                  </a:cubicBezTo>
                  <a:lnTo>
                    <a:pt x="2672864" y="0"/>
                  </a:lnTo>
                  <a:cubicBezTo>
                    <a:pt x="2808732" y="0"/>
                    <a:pt x="2944543" y="5556"/>
                    <a:pt x="3079958" y="1665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46324" y="120847"/>
              <a:ext cx="3473814" cy="81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67577" y="6880498"/>
            <a:ext cx="3797148" cy="839767"/>
            <a:chOff x="0" y="0"/>
            <a:chExt cx="4966462" cy="109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1045" y="0"/>
              <a:ext cx="4884372" cy="1096627"/>
            </a:xfrm>
            <a:custGeom>
              <a:avLst/>
              <a:gdLst/>
              <a:ahLst/>
              <a:cxnLst/>
              <a:rect r="r" b="b" t="t" l="l"/>
              <a:pathLst>
                <a:path h="1096627" w="4884372">
                  <a:moveTo>
                    <a:pt x="3079958" y="16655"/>
                  </a:moveTo>
                  <a:lnTo>
                    <a:pt x="3480595" y="49491"/>
                  </a:lnTo>
                  <a:cubicBezTo>
                    <a:pt x="3615976" y="60587"/>
                    <a:pt x="3750691" y="78679"/>
                    <a:pt x="3884202" y="103694"/>
                  </a:cubicBezTo>
                  <a:lnTo>
                    <a:pt x="4143009" y="152186"/>
                  </a:lnTo>
                  <a:cubicBezTo>
                    <a:pt x="4276322" y="177164"/>
                    <a:pt x="4407031" y="214453"/>
                    <a:pt x="4533457" y="263575"/>
                  </a:cubicBezTo>
                  <a:lnTo>
                    <a:pt x="4665987" y="315068"/>
                  </a:lnTo>
                  <a:cubicBezTo>
                    <a:pt x="4739271" y="343541"/>
                    <a:pt x="4803454" y="391367"/>
                    <a:pt x="4851696" y="453447"/>
                  </a:cubicBezTo>
                  <a:lnTo>
                    <a:pt x="4851696" y="453447"/>
                  </a:lnTo>
                  <a:cubicBezTo>
                    <a:pt x="4895107" y="509310"/>
                    <a:pt x="4895280" y="587451"/>
                    <a:pt x="4852116" y="643505"/>
                  </a:cubicBezTo>
                  <a:lnTo>
                    <a:pt x="4851696" y="644051"/>
                  </a:lnTo>
                  <a:cubicBezTo>
                    <a:pt x="4803481" y="706665"/>
                    <a:pt x="4738955" y="754793"/>
                    <a:pt x="4665194" y="783156"/>
                  </a:cubicBezTo>
                  <a:lnTo>
                    <a:pt x="4533713" y="833715"/>
                  </a:lnTo>
                  <a:cubicBezTo>
                    <a:pt x="4407107" y="882399"/>
                    <a:pt x="4276333" y="919461"/>
                    <a:pt x="4143009" y="944441"/>
                  </a:cubicBezTo>
                  <a:lnTo>
                    <a:pt x="3884202" y="992933"/>
                  </a:lnTo>
                  <a:cubicBezTo>
                    <a:pt x="3750691" y="1017948"/>
                    <a:pt x="3615976" y="1036040"/>
                    <a:pt x="3480595" y="1047136"/>
                  </a:cubicBezTo>
                  <a:lnTo>
                    <a:pt x="3079958" y="1079972"/>
                  </a:lnTo>
                  <a:cubicBezTo>
                    <a:pt x="2944543" y="1091071"/>
                    <a:pt x="2808732" y="1096627"/>
                    <a:pt x="2672864" y="1096627"/>
                  </a:cubicBezTo>
                  <a:lnTo>
                    <a:pt x="2211508" y="1096627"/>
                  </a:lnTo>
                  <a:cubicBezTo>
                    <a:pt x="2075640" y="1096627"/>
                    <a:pt x="1939828" y="1091071"/>
                    <a:pt x="1804414" y="1079972"/>
                  </a:cubicBezTo>
                  <a:lnTo>
                    <a:pt x="1403777" y="1047136"/>
                  </a:lnTo>
                  <a:cubicBezTo>
                    <a:pt x="1268397" y="1036040"/>
                    <a:pt x="1133681" y="1017948"/>
                    <a:pt x="1000170" y="992933"/>
                  </a:cubicBezTo>
                  <a:lnTo>
                    <a:pt x="741363" y="944441"/>
                  </a:lnTo>
                  <a:cubicBezTo>
                    <a:pt x="608039" y="919461"/>
                    <a:pt x="477265" y="882399"/>
                    <a:pt x="350659" y="833715"/>
                  </a:cubicBezTo>
                  <a:lnTo>
                    <a:pt x="219178" y="783156"/>
                  </a:lnTo>
                  <a:cubicBezTo>
                    <a:pt x="145417" y="754793"/>
                    <a:pt x="80891" y="706665"/>
                    <a:pt x="32676" y="644051"/>
                  </a:cubicBezTo>
                  <a:lnTo>
                    <a:pt x="32256" y="643505"/>
                  </a:lnTo>
                  <a:cubicBezTo>
                    <a:pt x="-10908" y="587451"/>
                    <a:pt x="-10735" y="509310"/>
                    <a:pt x="32676" y="453447"/>
                  </a:cubicBezTo>
                  <a:lnTo>
                    <a:pt x="32676" y="453447"/>
                  </a:lnTo>
                  <a:cubicBezTo>
                    <a:pt x="80918" y="391367"/>
                    <a:pt x="145101" y="343541"/>
                    <a:pt x="218385" y="315068"/>
                  </a:cubicBezTo>
                  <a:lnTo>
                    <a:pt x="350915" y="263575"/>
                  </a:lnTo>
                  <a:cubicBezTo>
                    <a:pt x="477341" y="214453"/>
                    <a:pt x="608050" y="177164"/>
                    <a:pt x="741363" y="152186"/>
                  </a:cubicBezTo>
                  <a:lnTo>
                    <a:pt x="1000170" y="103694"/>
                  </a:lnTo>
                  <a:cubicBezTo>
                    <a:pt x="1133681" y="78679"/>
                    <a:pt x="1268397" y="60587"/>
                    <a:pt x="1403777" y="49491"/>
                  </a:cubicBezTo>
                  <a:lnTo>
                    <a:pt x="1804414" y="16655"/>
                  </a:lnTo>
                  <a:cubicBezTo>
                    <a:pt x="1939828" y="5556"/>
                    <a:pt x="2075640" y="0"/>
                    <a:pt x="2211508" y="0"/>
                  </a:cubicBezTo>
                  <a:lnTo>
                    <a:pt x="2672864" y="0"/>
                  </a:lnTo>
                  <a:cubicBezTo>
                    <a:pt x="2808732" y="0"/>
                    <a:pt x="2944543" y="5556"/>
                    <a:pt x="3079958" y="16655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46324" y="120847"/>
              <a:ext cx="3473814" cy="81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77253" y="6176199"/>
            <a:ext cx="3797148" cy="542374"/>
            <a:chOff x="0" y="0"/>
            <a:chExt cx="4966462" cy="7093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33292" y="7882190"/>
            <a:ext cx="3797148" cy="542374"/>
            <a:chOff x="0" y="0"/>
            <a:chExt cx="4966462" cy="7093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33292" y="8586488"/>
            <a:ext cx="3797148" cy="542374"/>
            <a:chOff x="0" y="0"/>
            <a:chExt cx="4966462" cy="7093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843" y="0"/>
              <a:ext cx="4876777" cy="708270"/>
            </a:xfrm>
            <a:custGeom>
              <a:avLst/>
              <a:gdLst/>
              <a:ahLst/>
              <a:cxnLst/>
              <a:rect r="r" b="b" t="t" l="l"/>
              <a:pathLst>
                <a:path h="708270" w="4876777">
                  <a:moveTo>
                    <a:pt x="3076556" y="10778"/>
                  </a:moveTo>
                  <a:lnTo>
                    <a:pt x="3476401" y="31943"/>
                  </a:lnTo>
                  <a:cubicBezTo>
                    <a:pt x="3612097" y="39126"/>
                    <a:pt x="3747512" y="50890"/>
                    <a:pt x="3882415" y="67215"/>
                  </a:cubicBezTo>
                  <a:lnTo>
                    <a:pt x="4137201" y="98048"/>
                  </a:lnTo>
                  <a:cubicBezTo>
                    <a:pt x="4272009" y="114361"/>
                    <a:pt x="4405660" y="139116"/>
                    <a:pt x="4537368" y="172167"/>
                  </a:cubicBezTo>
                  <a:lnTo>
                    <a:pt x="4681201" y="208261"/>
                  </a:lnTo>
                  <a:cubicBezTo>
                    <a:pt x="4742403" y="223619"/>
                    <a:pt x="4799371" y="252532"/>
                    <a:pt x="4847898" y="292864"/>
                  </a:cubicBezTo>
                  <a:lnTo>
                    <a:pt x="4847898" y="292864"/>
                  </a:lnTo>
                  <a:cubicBezTo>
                    <a:pt x="4866145" y="308029"/>
                    <a:pt x="4876723" y="330509"/>
                    <a:pt x="4876776" y="354236"/>
                  </a:cubicBezTo>
                  <a:cubicBezTo>
                    <a:pt x="4876829" y="377962"/>
                    <a:pt x="4866353" y="400489"/>
                    <a:pt x="4848174" y="415736"/>
                  </a:cubicBezTo>
                  <a:lnTo>
                    <a:pt x="4847898" y="415968"/>
                  </a:lnTo>
                  <a:cubicBezTo>
                    <a:pt x="4799391" y="456653"/>
                    <a:pt x="4742239" y="485733"/>
                    <a:pt x="4680795" y="500993"/>
                  </a:cubicBezTo>
                  <a:lnTo>
                    <a:pt x="4537489" y="536584"/>
                  </a:lnTo>
                  <a:cubicBezTo>
                    <a:pt x="4405695" y="569316"/>
                    <a:pt x="4272014" y="593908"/>
                    <a:pt x="4137201" y="610222"/>
                  </a:cubicBezTo>
                  <a:lnTo>
                    <a:pt x="3882415" y="641055"/>
                  </a:lnTo>
                  <a:cubicBezTo>
                    <a:pt x="3747512" y="657379"/>
                    <a:pt x="3612097" y="669143"/>
                    <a:pt x="3476401" y="676326"/>
                  </a:cubicBezTo>
                  <a:lnTo>
                    <a:pt x="3076556" y="697492"/>
                  </a:lnTo>
                  <a:cubicBezTo>
                    <a:pt x="2940845" y="704676"/>
                    <a:pt x="2804967" y="708270"/>
                    <a:pt x="2669066" y="708270"/>
                  </a:cubicBezTo>
                  <a:lnTo>
                    <a:pt x="2207710" y="708270"/>
                  </a:lnTo>
                  <a:cubicBezTo>
                    <a:pt x="2071809" y="708270"/>
                    <a:pt x="1935931" y="704676"/>
                    <a:pt x="1800220" y="697492"/>
                  </a:cubicBezTo>
                  <a:lnTo>
                    <a:pt x="1400375" y="676326"/>
                  </a:lnTo>
                  <a:cubicBezTo>
                    <a:pt x="1264679" y="669143"/>
                    <a:pt x="1129264" y="657379"/>
                    <a:pt x="994361" y="641055"/>
                  </a:cubicBezTo>
                  <a:lnTo>
                    <a:pt x="739575" y="610222"/>
                  </a:lnTo>
                  <a:cubicBezTo>
                    <a:pt x="604762" y="593908"/>
                    <a:pt x="471081" y="569316"/>
                    <a:pt x="339288" y="536584"/>
                  </a:cubicBezTo>
                  <a:lnTo>
                    <a:pt x="195981" y="500993"/>
                  </a:lnTo>
                  <a:cubicBezTo>
                    <a:pt x="134537" y="485733"/>
                    <a:pt x="77385" y="456653"/>
                    <a:pt x="28878" y="415968"/>
                  </a:cubicBezTo>
                  <a:lnTo>
                    <a:pt x="28602" y="415736"/>
                  </a:lnTo>
                  <a:cubicBezTo>
                    <a:pt x="10423" y="400489"/>
                    <a:pt x="-53" y="377962"/>
                    <a:pt x="0" y="354236"/>
                  </a:cubicBezTo>
                  <a:cubicBezTo>
                    <a:pt x="53" y="330509"/>
                    <a:pt x="10631" y="308029"/>
                    <a:pt x="28878" y="292864"/>
                  </a:cubicBezTo>
                  <a:lnTo>
                    <a:pt x="28878" y="292864"/>
                  </a:lnTo>
                  <a:cubicBezTo>
                    <a:pt x="77405" y="252532"/>
                    <a:pt x="134373" y="223619"/>
                    <a:pt x="195575" y="208261"/>
                  </a:cubicBezTo>
                  <a:lnTo>
                    <a:pt x="339408" y="172167"/>
                  </a:lnTo>
                  <a:cubicBezTo>
                    <a:pt x="471116" y="139116"/>
                    <a:pt x="604767" y="114361"/>
                    <a:pt x="739575" y="98048"/>
                  </a:cubicBezTo>
                  <a:lnTo>
                    <a:pt x="994361" y="67215"/>
                  </a:lnTo>
                  <a:cubicBezTo>
                    <a:pt x="1129264" y="50890"/>
                    <a:pt x="1264679" y="39126"/>
                    <a:pt x="1400375" y="31943"/>
                  </a:cubicBezTo>
                  <a:lnTo>
                    <a:pt x="1800220" y="10778"/>
                  </a:lnTo>
                  <a:cubicBezTo>
                    <a:pt x="1935931" y="3594"/>
                    <a:pt x="2071809" y="0"/>
                    <a:pt x="2207710" y="0"/>
                  </a:cubicBezTo>
                  <a:lnTo>
                    <a:pt x="2669066" y="0"/>
                  </a:lnTo>
                  <a:cubicBezTo>
                    <a:pt x="2804967" y="0"/>
                    <a:pt x="2940845" y="3594"/>
                    <a:pt x="3076556" y="10778"/>
                  </a:cubicBezTo>
                  <a:close/>
                </a:path>
              </a:pathLst>
            </a:custGeom>
            <a:solidFill>
              <a:srgbClr val="EFEE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46324" y="64558"/>
              <a:ext cx="3473814" cy="54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6133720" y="2766470"/>
            <a:ext cx="1195141" cy="28469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6133720" y="3655390"/>
            <a:ext cx="1143078" cy="195805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V="true">
            <a:off x="6133720" y="4625272"/>
            <a:ext cx="1143533" cy="98816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V="true">
            <a:off x="6197743" y="5613440"/>
            <a:ext cx="1079055" cy="4055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6133720" y="5613440"/>
            <a:ext cx="1265239" cy="168694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6133720" y="5613440"/>
            <a:ext cx="1177818" cy="83394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6133720" y="5613440"/>
            <a:ext cx="1300666" cy="253993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6133720" y="5671215"/>
            <a:ext cx="1317888" cy="318646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2767360" y="3810554"/>
            <a:ext cx="775906" cy="969882"/>
          </a:xfrm>
          <a:custGeom>
            <a:avLst/>
            <a:gdLst/>
            <a:ahLst/>
            <a:cxnLst/>
            <a:rect r="r" b="b" t="t" l="l"/>
            <a:pathLst>
              <a:path h="969882" w="775906">
                <a:moveTo>
                  <a:pt x="0" y="0"/>
                </a:moveTo>
                <a:lnTo>
                  <a:pt x="775906" y="0"/>
                </a:lnTo>
                <a:lnTo>
                  <a:pt x="775906" y="969882"/>
                </a:lnTo>
                <a:lnTo>
                  <a:pt x="0" y="969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710210" y="5933797"/>
            <a:ext cx="1082169" cy="1082169"/>
          </a:xfrm>
          <a:custGeom>
            <a:avLst/>
            <a:gdLst/>
            <a:ahLst/>
            <a:cxnLst/>
            <a:rect r="r" b="b" t="t" l="l"/>
            <a:pathLst>
              <a:path h="1082169" w="1082169">
                <a:moveTo>
                  <a:pt x="0" y="0"/>
                </a:moveTo>
                <a:lnTo>
                  <a:pt x="1082169" y="0"/>
                </a:lnTo>
                <a:lnTo>
                  <a:pt x="1082169" y="1082169"/>
                </a:lnTo>
                <a:lnTo>
                  <a:pt x="0" y="108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767360" y="7557365"/>
            <a:ext cx="1163364" cy="1163364"/>
          </a:xfrm>
          <a:custGeom>
            <a:avLst/>
            <a:gdLst/>
            <a:ahLst/>
            <a:cxnLst/>
            <a:rect r="r" b="b" t="t" l="l"/>
            <a:pathLst>
              <a:path h="1163364" w="1163364">
                <a:moveTo>
                  <a:pt x="0" y="0"/>
                </a:moveTo>
                <a:lnTo>
                  <a:pt x="1163364" y="0"/>
                </a:lnTo>
                <a:lnTo>
                  <a:pt x="1163364" y="1163364"/>
                </a:lnTo>
                <a:lnTo>
                  <a:pt x="0" y="1163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: (USE CASE)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79755" y="5938074"/>
            <a:ext cx="7896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85433" y="2566762"/>
            <a:ext cx="23171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ENTER SYMPTOMS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53020" y="3282367"/>
            <a:ext cx="26821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RECEIVE DOCTOR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RECOMMENDATIONS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90808" y="4277927"/>
            <a:ext cx="26821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BOOK DOCTOR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APPOINTMENT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37185" y="5222132"/>
            <a:ext cx="223602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VIEW &amp; MANAGE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HEALTH RECORDS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38472" y="6944211"/>
            <a:ext cx="145535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ASSISTANT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62550" y="7958390"/>
            <a:ext cx="193863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BUY MEDICINES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5654" y="6261924"/>
            <a:ext cx="27566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VIDEO CONSULTATION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64431" y="8681822"/>
            <a:ext cx="213487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SOS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4228" y="4689367"/>
            <a:ext cx="10821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09182" y="6977866"/>
            <a:ext cx="14606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33154" y="8705317"/>
            <a:ext cx="161272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SERVICE</a:t>
            </a:r>
          </a:p>
        </p:txBody>
      </p:sp>
      <p:sp>
        <p:nvSpPr>
          <p:cNvPr name="AutoShape 55" id="55"/>
          <p:cNvSpPr/>
          <p:nvPr/>
        </p:nvSpPr>
        <p:spPr>
          <a:xfrm>
            <a:off x="11092653" y="3655390"/>
            <a:ext cx="1674707" cy="96988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 flipV="true">
            <a:off x="11011202" y="4625272"/>
            <a:ext cx="1796712" cy="4766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V="true">
            <a:off x="11130440" y="4625272"/>
            <a:ext cx="1579770" cy="181730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 flipV="true">
            <a:off x="11215251" y="6393774"/>
            <a:ext cx="1552109" cy="90730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9" id="59"/>
          <p:cNvSpPr/>
          <p:nvPr/>
        </p:nvSpPr>
        <p:spPr>
          <a:xfrm flipV="true">
            <a:off x="11164725" y="4625272"/>
            <a:ext cx="1545484" cy="2747102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11092653" y="6505621"/>
            <a:ext cx="1583785" cy="177598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 flipV="true">
            <a:off x="11197885" y="8153376"/>
            <a:ext cx="1718964" cy="64410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2767360" y="2414024"/>
            <a:ext cx="786539" cy="786539"/>
          </a:xfrm>
          <a:custGeom>
            <a:avLst/>
            <a:gdLst/>
            <a:ahLst/>
            <a:cxnLst/>
            <a:rect r="r" b="b" t="t" l="l"/>
            <a:pathLst>
              <a:path h="786539" w="786539">
                <a:moveTo>
                  <a:pt x="0" y="0"/>
                </a:moveTo>
                <a:lnTo>
                  <a:pt x="786539" y="0"/>
                </a:lnTo>
                <a:lnTo>
                  <a:pt x="786539" y="786538"/>
                </a:lnTo>
                <a:lnTo>
                  <a:pt x="0" y="786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2523629" y="3196642"/>
            <a:ext cx="13596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AI SERVICE</a:t>
            </a:r>
          </a:p>
        </p:txBody>
      </p:sp>
      <p:sp>
        <p:nvSpPr>
          <p:cNvPr name="AutoShape 64" id="64"/>
          <p:cNvSpPr/>
          <p:nvPr/>
        </p:nvSpPr>
        <p:spPr>
          <a:xfrm>
            <a:off x="11059296" y="2766470"/>
            <a:ext cx="170806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 flipV="true">
            <a:off x="10988213" y="2766470"/>
            <a:ext cx="1779147" cy="93317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94308" y="2030828"/>
            <a:ext cx="3086100" cy="687211"/>
            <a:chOff x="0" y="0"/>
            <a:chExt cx="812800" cy="180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22086" y="2030828"/>
            <a:ext cx="3086100" cy="687211"/>
            <a:chOff x="0" y="0"/>
            <a:chExt cx="812800" cy="18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46336" y="2030828"/>
            <a:ext cx="3086100" cy="687211"/>
            <a:chOff x="0" y="0"/>
            <a:chExt cx="812800" cy="1809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0994"/>
            </a:xfrm>
            <a:custGeom>
              <a:avLst/>
              <a:gdLst/>
              <a:ahLst/>
              <a:cxnLst/>
              <a:rect r="r" b="b" t="t" l="l"/>
              <a:pathLst>
                <a:path h="18099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8347"/>
                  </a:lnTo>
                  <a:cubicBezTo>
                    <a:pt x="812800" y="161900"/>
                    <a:pt x="793706" y="180994"/>
                    <a:pt x="770153" y="180994"/>
                  </a:cubicBezTo>
                  <a:lnTo>
                    <a:pt x="42647" y="180994"/>
                  </a:lnTo>
                  <a:cubicBezTo>
                    <a:pt x="31336" y="180994"/>
                    <a:pt x="20489" y="176501"/>
                    <a:pt x="12491" y="168503"/>
                  </a:cubicBezTo>
                  <a:cubicBezTo>
                    <a:pt x="4493" y="160505"/>
                    <a:pt x="0" y="149658"/>
                    <a:pt x="0" y="13834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0586" y="2030828"/>
            <a:ext cx="3214912" cy="687211"/>
            <a:chOff x="0" y="0"/>
            <a:chExt cx="846726" cy="180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6726" cy="180994"/>
            </a:xfrm>
            <a:custGeom>
              <a:avLst/>
              <a:gdLst/>
              <a:ahLst/>
              <a:cxnLst/>
              <a:rect r="r" b="b" t="t" l="l"/>
              <a:pathLst>
                <a:path h="180994" w="846726">
                  <a:moveTo>
                    <a:pt x="40938" y="0"/>
                  </a:moveTo>
                  <a:lnTo>
                    <a:pt x="805788" y="0"/>
                  </a:lnTo>
                  <a:cubicBezTo>
                    <a:pt x="828397" y="0"/>
                    <a:pt x="846726" y="18329"/>
                    <a:pt x="846726" y="40938"/>
                  </a:cubicBezTo>
                  <a:lnTo>
                    <a:pt x="846726" y="140056"/>
                  </a:lnTo>
                  <a:cubicBezTo>
                    <a:pt x="846726" y="162665"/>
                    <a:pt x="828397" y="180994"/>
                    <a:pt x="805788" y="180994"/>
                  </a:cubicBezTo>
                  <a:lnTo>
                    <a:pt x="40938" y="180994"/>
                  </a:lnTo>
                  <a:cubicBezTo>
                    <a:pt x="18329" y="180994"/>
                    <a:pt x="0" y="162665"/>
                    <a:pt x="0" y="140056"/>
                  </a:cubicBezTo>
                  <a:lnTo>
                    <a:pt x="0" y="40938"/>
                  </a:lnTo>
                  <a:cubicBezTo>
                    <a:pt x="0" y="18329"/>
                    <a:pt x="18329" y="0"/>
                    <a:pt x="4093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46726" cy="219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837358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365136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837358" y="3279696"/>
            <a:ext cx="352777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8889386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5365136" y="3760391"/>
            <a:ext cx="356653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>
            <a:off x="12478042" y="2718039"/>
            <a:ext cx="0" cy="654026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8889386" y="3969941"/>
            <a:ext cx="362514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875458" y="4645582"/>
            <a:ext cx="10602584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4523648" y="2057400"/>
            <a:ext cx="3086100" cy="30861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14523648" y="2960926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723673" y="3041889"/>
            <a:ext cx="382079" cy="477599"/>
          </a:xfrm>
          <a:custGeom>
            <a:avLst/>
            <a:gdLst/>
            <a:ahLst/>
            <a:cxnLst/>
            <a:rect r="r" b="b" t="t" l="l"/>
            <a:pathLst>
              <a:path h="477599" w="382079">
                <a:moveTo>
                  <a:pt x="0" y="0"/>
                </a:moveTo>
                <a:lnTo>
                  <a:pt x="382079" y="0"/>
                </a:lnTo>
                <a:lnTo>
                  <a:pt x="382079" y="477599"/>
                </a:lnTo>
                <a:lnTo>
                  <a:pt x="0" y="477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14523648" y="3600450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4523648" y="4302999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4695098" y="4439485"/>
            <a:ext cx="493106" cy="431243"/>
          </a:xfrm>
          <a:custGeom>
            <a:avLst/>
            <a:gdLst/>
            <a:ahLst/>
            <a:cxnLst/>
            <a:rect r="r" b="b" t="t" l="l"/>
            <a:pathLst>
              <a:path h="431243" w="493106">
                <a:moveTo>
                  <a:pt x="0" y="0"/>
                </a:moveTo>
                <a:lnTo>
                  <a:pt x="493106" y="0"/>
                </a:lnTo>
                <a:lnTo>
                  <a:pt x="493106" y="431243"/>
                </a:lnTo>
                <a:lnTo>
                  <a:pt x="0" y="431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632544" y="3676650"/>
            <a:ext cx="618215" cy="559765"/>
          </a:xfrm>
          <a:custGeom>
            <a:avLst/>
            <a:gdLst/>
            <a:ahLst/>
            <a:cxnLst/>
            <a:rect r="r" b="b" t="t" l="l"/>
            <a:pathLst>
              <a:path h="559765" w="618215">
                <a:moveTo>
                  <a:pt x="0" y="0"/>
                </a:moveTo>
                <a:lnTo>
                  <a:pt x="618215" y="0"/>
                </a:lnTo>
                <a:lnTo>
                  <a:pt x="618215" y="559765"/>
                </a:lnTo>
                <a:lnTo>
                  <a:pt x="0" y="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1875458" y="5143500"/>
            <a:ext cx="10639072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5365175" y="5733415"/>
            <a:ext cx="7112867" cy="375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27505">
            <a:off x="8293475" y="5219392"/>
            <a:ext cx="4686238" cy="342881"/>
            <a:chOff x="0" y="0"/>
            <a:chExt cx="1234236" cy="903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34236" cy="90306"/>
            </a:xfrm>
            <a:custGeom>
              <a:avLst/>
              <a:gdLst/>
              <a:ahLst/>
              <a:cxnLst/>
              <a:rect r="r" b="b" t="t" l="l"/>
              <a:pathLst>
                <a:path h="90306" w="1234236">
                  <a:moveTo>
                    <a:pt x="0" y="0"/>
                  </a:moveTo>
                  <a:lnTo>
                    <a:pt x="1234236" y="0"/>
                  </a:lnTo>
                  <a:lnTo>
                    <a:pt x="1234236" y="90306"/>
                  </a:lnTo>
                  <a:lnTo>
                    <a:pt x="0" y="90306"/>
                  </a:lnTo>
                  <a:close/>
                </a:path>
              </a:pathLst>
            </a:custGeom>
            <a:solidFill>
              <a:srgbClr val="EFEEE7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34236" cy="128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H="true" flipV="true">
            <a:off x="12478042" y="5733415"/>
            <a:ext cx="17947" cy="2414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5916728" y="4074716"/>
            <a:ext cx="6155545" cy="486277"/>
            <a:chOff x="0" y="0"/>
            <a:chExt cx="1621214" cy="1280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21214" cy="128073"/>
            </a:xfrm>
            <a:custGeom>
              <a:avLst/>
              <a:gdLst/>
              <a:ahLst/>
              <a:cxnLst/>
              <a:rect r="r" b="b" t="t" l="l"/>
              <a:pathLst>
                <a:path h="128073" w="1621214">
                  <a:moveTo>
                    <a:pt x="21381" y="0"/>
                  </a:moveTo>
                  <a:lnTo>
                    <a:pt x="1599832" y="0"/>
                  </a:lnTo>
                  <a:cubicBezTo>
                    <a:pt x="1611641" y="0"/>
                    <a:pt x="1621214" y="9573"/>
                    <a:pt x="1621214" y="21381"/>
                  </a:cubicBezTo>
                  <a:lnTo>
                    <a:pt x="1621214" y="106692"/>
                  </a:lnTo>
                  <a:cubicBezTo>
                    <a:pt x="1621214" y="118500"/>
                    <a:pt x="1611641" y="128073"/>
                    <a:pt x="1599832" y="128073"/>
                  </a:cubicBezTo>
                  <a:lnTo>
                    <a:pt x="21381" y="128073"/>
                  </a:lnTo>
                  <a:cubicBezTo>
                    <a:pt x="9573" y="128073"/>
                    <a:pt x="0" y="118500"/>
                    <a:pt x="0" y="106692"/>
                  </a:cubicBezTo>
                  <a:lnTo>
                    <a:pt x="0" y="21381"/>
                  </a:lnTo>
                  <a:cubicBezTo>
                    <a:pt x="0" y="9573"/>
                    <a:pt x="9573" y="0"/>
                    <a:pt x="21381" y="0"/>
                  </a:cubicBezTo>
                  <a:close/>
                </a:path>
              </a:pathLst>
            </a:custGeom>
            <a:solidFill>
              <a:srgbClr val="EFEEE7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21214" cy="166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58197" y="5813374"/>
            <a:ext cx="8962520" cy="1211439"/>
            <a:chOff x="0" y="0"/>
            <a:chExt cx="2360499" cy="3190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60499" cy="319062"/>
            </a:xfrm>
            <a:custGeom>
              <a:avLst/>
              <a:gdLst/>
              <a:ahLst/>
              <a:cxnLst/>
              <a:rect r="r" b="b" t="t" l="l"/>
              <a:pathLst>
                <a:path h="319062" w="2360499">
                  <a:moveTo>
                    <a:pt x="14685" y="0"/>
                  </a:moveTo>
                  <a:lnTo>
                    <a:pt x="2345814" y="0"/>
                  </a:lnTo>
                  <a:cubicBezTo>
                    <a:pt x="2353925" y="0"/>
                    <a:pt x="2360499" y="6575"/>
                    <a:pt x="2360499" y="14685"/>
                  </a:cubicBezTo>
                  <a:lnTo>
                    <a:pt x="2360499" y="304377"/>
                  </a:lnTo>
                  <a:cubicBezTo>
                    <a:pt x="2360499" y="312487"/>
                    <a:pt x="2353925" y="319062"/>
                    <a:pt x="2345814" y="319062"/>
                  </a:cubicBezTo>
                  <a:lnTo>
                    <a:pt x="14685" y="319062"/>
                  </a:lnTo>
                  <a:cubicBezTo>
                    <a:pt x="6575" y="319062"/>
                    <a:pt x="0" y="312487"/>
                    <a:pt x="0" y="304377"/>
                  </a:cubicBezTo>
                  <a:lnTo>
                    <a:pt x="0" y="14685"/>
                  </a:lnTo>
                  <a:cubicBezTo>
                    <a:pt x="0" y="6575"/>
                    <a:pt x="6575" y="0"/>
                    <a:pt x="1468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360499" cy="357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2256312" y="6050562"/>
            <a:ext cx="918317" cy="848191"/>
          </a:xfrm>
          <a:custGeom>
            <a:avLst/>
            <a:gdLst/>
            <a:ahLst/>
            <a:cxnLst/>
            <a:rect r="r" b="b" t="t" l="l"/>
            <a:pathLst>
              <a:path h="848191" w="918317">
                <a:moveTo>
                  <a:pt x="0" y="0"/>
                </a:moveTo>
                <a:lnTo>
                  <a:pt x="918317" y="0"/>
                </a:lnTo>
                <a:lnTo>
                  <a:pt x="918317" y="848191"/>
                </a:lnTo>
                <a:lnTo>
                  <a:pt x="0" y="8481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3323258" y="6238436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(PATIENT)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565161" y="5981138"/>
            <a:ext cx="5305835" cy="3171825"/>
            <a:chOff x="0" y="0"/>
            <a:chExt cx="1397422" cy="8353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97422" cy="835378"/>
            </a:xfrm>
            <a:custGeom>
              <a:avLst/>
              <a:gdLst/>
              <a:ahLst/>
              <a:cxnLst/>
              <a:rect r="r" b="b" t="t" l="l"/>
              <a:pathLst>
                <a:path h="835378" w="1397422">
                  <a:moveTo>
                    <a:pt x="24805" y="0"/>
                  </a:moveTo>
                  <a:lnTo>
                    <a:pt x="1372616" y="0"/>
                  </a:lnTo>
                  <a:cubicBezTo>
                    <a:pt x="1379195" y="0"/>
                    <a:pt x="1385504" y="2613"/>
                    <a:pt x="1390156" y="7265"/>
                  </a:cubicBezTo>
                  <a:cubicBezTo>
                    <a:pt x="1394808" y="11917"/>
                    <a:pt x="1397422" y="18226"/>
                    <a:pt x="1397422" y="24805"/>
                  </a:cubicBezTo>
                  <a:lnTo>
                    <a:pt x="1397422" y="810573"/>
                  </a:lnTo>
                  <a:cubicBezTo>
                    <a:pt x="1397422" y="824272"/>
                    <a:pt x="1386316" y="835378"/>
                    <a:pt x="1372616" y="835378"/>
                  </a:cubicBezTo>
                  <a:lnTo>
                    <a:pt x="24805" y="835378"/>
                  </a:lnTo>
                  <a:cubicBezTo>
                    <a:pt x="11106" y="835378"/>
                    <a:pt x="0" y="824272"/>
                    <a:pt x="0" y="810573"/>
                  </a:cubicBezTo>
                  <a:lnTo>
                    <a:pt x="0" y="24805"/>
                  </a:lnTo>
                  <a:cubicBezTo>
                    <a:pt x="0" y="11106"/>
                    <a:pt x="11106" y="0"/>
                    <a:pt x="24805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97422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5565161" y="6625654"/>
            <a:ext cx="530542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5709704" y="683255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>
            <a:off x="5565161" y="7419805"/>
            <a:ext cx="530583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5565161" y="8302927"/>
            <a:ext cx="530542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5709704" y="7642579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137109" y="7702852"/>
            <a:ext cx="26435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CLINIC</a:t>
            </a:r>
          </a:p>
        </p:txBody>
      </p:sp>
      <p:sp>
        <p:nvSpPr>
          <p:cNvPr name="AutoShape 55" id="55"/>
          <p:cNvSpPr/>
          <p:nvPr/>
        </p:nvSpPr>
        <p:spPr>
          <a:xfrm>
            <a:off x="8443523" y="6625654"/>
            <a:ext cx="0" cy="167727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8580453" y="683255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15652" y="762113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8" id="58"/>
          <p:cNvSpPr/>
          <p:nvPr/>
        </p:nvSpPr>
        <p:spPr>
          <a:xfrm flipV="true">
            <a:off x="5269983" y="6416255"/>
            <a:ext cx="295178" cy="283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9" id="59"/>
          <p:cNvGrpSpPr/>
          <p:nvPr/>
        </p:nvGrpSpPr>
        <p:grpSpPr>
          <a:xfrm rot="0">
            <a:off x="14601460" y="5802505"/>
            <a:ext cx="3086100" cy="2173449"/>
            <a:chOff x="0" y="0"/>
            <a:chExt cx="812800" cy="5724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572431"/>
            </a:xfrm>
            <a:custGeom>
              <a:avLst/>
              <a:gdLst/>
              <a:ahLst/>
              <a:cxnLst/>
              <a:rect r="r" b="b" t="t" l="l"/>
              <a:pathLst>
                <a:path h="57243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529784"/>
                  </a:lnTo>
                  <a:cubicBezTo>
                    <a:pt x="812800" y="541095"/>
                    <a:pt x="808307" y="551942"/>
                    <a:pt x="800309" y="559940"/>
                  </a:cubicBezTo>
                  <a:cubicBezTo>
                    <a:pt x="792311" y="567938"/>
                    <a:pt x="781464" y="572431"/>
                    <a:pt x="770153" y="572431"/>
                  </a:cubicBezTo>
                  <a:lnTo>
                    <a:pt x="42647" y="572431"/>
                  </a:lnTo>
                  <a:cubicBezTo>
                    <a:pt x="19094" y="572431"/>
                    <a:pt x="0" y="553337"/>
                    <a:pt x="0" y="52978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12800" cy="61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4772910" y="5935855"/>
            <a:ext cx="382079" cy="477599"/>
          </a:xfrm>
          <a:custGeom>
            <a:avLst/>
            <a:gdLst/>
            <a:ahLst/>
            <a:cxnLst/>
            <a:rect r="r" b="b" t="t" l="l"/>
            <a:pathLst>
              <a:path h="477599" w="382079">
                <a:moveTo>
                  <a:pt x="0" y="0"/>
                </a:moveTo>
                <a:lnTo>
                  <a:pt x="382079" y="0"/>
                </a:lnTo>
                <a:lnTo>
                  <a:pt x="382079" y="477598"/>
                </a:lnTo>
                <a:lnTo>
                  <a:pt x="0" y="4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3" id="63"/>
          <p:cNvSpPr/>
          <p:nvPr/>
        </p:nvSpPr>
        <p:spPr>
          <a:xfrm flipV="true">
            <a:off x="14601460" y="6525091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4673893" y="6575660"/>
            <a:ext cx="618215" cy="559765"/>
          </a:xfrm>
          <a:custGeom>
            <a:avLst/>
            <a:gdLst/>
            <a:ahLst/>
            <a:cxnLst/>
            <a:rect r="r" b="b" t="t" l="l"/>
            <a:pathLst>
              <a:path h="559765" w="618215">
                <a:moveTo>
                  <a:pt x="0" y="0"/>
                </a:moveTo>
                <a:lnTo>
                  <a:pt x="618214" y="0"/>
                </a:lnTo>
                <a:lnTo>
                  <a:pt x="618214" y="559765"/>
                </a:lnTo>
                <a:lnTo>
                  <a:pt x="0" y="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5" id="65"/>
          <p:cNvSpPr/>
          <p:nvPr/>
        </p:nvSpPr>
        <p:spPr>
          <a:xfrm>
            <a:off x="14601460" y="7240076"/>
            <a:ext cx="308610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14801485" y="735437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9" y="0"/>
                </a:lnTo>
                <a:lnTo>
                  <a:pt x="414049" y="524749"/>
                </a:lnTo>
                <a:lnTo>
                  <a:pt x="0" y="524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657911" y="6004183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8" id="68"/>
          <p:cNvSpPr/>
          <p:nvPr/>
        </p:nvSpPr>
        <p:spPr>
          <a:xfrm flipV="true">
            <a:off x="10870996" y="6797103"/>
            <a:ext cx="3730464" cy="0"/>
          </a:xfrm>
          <a:prstGeom prst="line">
            <a:avLst/>
          </a:prstGeom>
          <a:ln cap="flat" w="38100">
            <a:solidFill>
              <a:srgbClr val="2B2C30"/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5739851" y="8440286"/>
            <a:ext cx="414048" cy="524748"/>
          </a:xfrm>
          <a:custGeom>
            <a:avLst/>
            <a:gdLst/>
            <a:ahLst/>
            <a:cxnLst/>
            <a:rect r="r" b="b" t="t" l="l"/>
            <a:pathLst>
              <a:path h="524748" w="414048">
                <a:moveTo>
                  <a:pt x="0" y="0"/>
                </a:moveTo>
                <a:lnTo>
                  <a:pt x="414048" y="0"/>
                </a:lnTo>
                <a:lnTo>
                  <a:pt x="414048" y="524748"/>
                </a:lnTo>
                <a:lnTo>
                  <a:pt x="0" y="5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0" id="70"/>
          <p:cNvSpPr/>
          <p:nvPr/>
        </p:nvSpPr>
        <p:spPr>
          <a:xfrm flipV="true">
            <a:off x="10870996" y="6266557"/>
            <a:ext cx="178691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462708" y="8116376"/>
            <a:ext cx="3264253" cy="1850468"/>
            <a:chOff x="0" y="0"/>
            <a:chExt cx="859721" cy="48736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4" id="74"/>
          <p:cNvSpPr/>
          <p:nvPr/>
        </p:nvSpPr>
        <p:spPr>
          <a:xfrm flipV="true">
            <a:off x="1462708" y="8816682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1478599" y="8116376"/>
            <a:ext cx="659347" cy="71931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768206" y="9326726"/>
            <a:ext cx="2793175" cy="491139"/>
            <a:chOff x="0" y="0"/>
            <a:chExt cx="735651" cy="12935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5651" cy="129353"/>
            </a:xfrm>
            <a:custGeom>
              <a:avLst/>
              <a:gdLst/>
              <a:ahLst/>
              <a:cxnLst/>
              <a:rect r="r" b="b" t="t" l="l"/>
              <a:pathLst>
                <a:path h="129353" w="735651">
                  <a:moveTo>
                    <a:pt x="47119" y="0"/>
                  </a:moveTo>
                  <a:lnTo>
                    <a:pt x="688532" y="0"/>
                  </a:lnTo>
                  <a:cubicBezTo>
                    <a:pt x="701028" y="0"/>
                    <a:pt x="713013" y="4964"/>
                    <a:pt x="721850" y="13801"/>
                  </a:cubicBezTo>
                  <a:cubicBezTo>
                    <a:pt x="730687" y="22638"/>
                    <a:pt x="735651" y="34623"/>
                    <a:pt x="735651" y="47119"/>
                  </a:cubicBezTo>
                  <a:lnTo>
                    <a:pt x="735651" y="82234"/>
                  </a:lnTo>
                  <a:cubicBezTo>
                    <a:pt x="735651" y="94731"/>
                    <a:pt x="730687" y="106716"/>
                    <a:pt x="721850" y="115552"/>
                  </a:cubicBezTo>
                  <a:cubicBezTo>
                    <a:pt x="713013" y="124389"/>
                    <a:pt x="701028" y="129353"/>
                    <a:pt x="688532" y="129353"/>
                  </a:cubicBezTo>
                  <a:lnTo>
                    <a:pt x="47119" y="129353"/>
                  </a:lnTo>
                  <a:cubicBezTo>
                    <a:pt x="34623" y="129353"/>
                    <a:pt x="22638" y="124389"/>
                    <a:pt x="13801" y="115552"/>
                  </a:cubicBezTo>
                  <a:cubicBezTo>
                    <a:pt x="4964" y="106716"/>
                    <a:pt x="0" y="94731"/>
                    <a:pt x="0" y="82234"/>
                  </a:cubicBezTo>
                  <a:lnTo>
                    <a:pt x="0" y="47119"/>
                  </a:lnTo>
                  <a:cubicBezTo>
                    <a:pt x="0" y="34623"/>
                    <a:pt x="4964" y="22638"/>
                    <a:pt x="13801" y="13801"/>
                  </a:cubicBezTo>
                  <a:cubicBezTo>
                    <a:pt x="22638" y="4964"/>
                    <a:pt x="34623" y="0"/>
                    <a:pt x="471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35651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875458" y="9401918"/>
            <a:ext cx="324056" cy="322264"/>
          </a:xfrm>
          <a:custGeom>
            <a:avLst/>
            <a:gdLst/>
            <a:ahLst/>
            <a:cxnLst/>
            <a:rect r="r" b="b" t="t" l="l"/>
            <a:pathLst>
              <a:path h="322264" w="324056">
                <a:moveTo>
                  <a:pt x="0" y="0"/>
                </a:moveTo>
                <a:lnTo>
                  <a:pt x="324056" y="0"/>
                </a:lnTo>
                <a:lnTo>
                  <a:pt x="324056" y="322264"/>
                </a:lnTo>
                <a:lnTo>
                  <a:pt x="0" y="322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UML DIAGRAM : (SEQUENCE)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63996" y="2193776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(PATIENT)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631663" y="2193776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BAYMAX UI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652298" y="2193776"/>
            <a:ext cx="25587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PROCESSING ENGINE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962613" y="2193776"/>
            <a:ext cx="31038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BACK - END SERVER (API)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744046" y="2813289"/>
            <a:ext cx="20181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OPEN BAYMAX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916728" y="2922826"/>
            <a:ext cx="25544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ENTER SYMPTOMS / REQUEST SERVICE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301732" y="3213339"/>
            <a:ext cx="289308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VALIDATE INPUT / SEND REQUEST + USER DATA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723673" y="2141071"/>
            <a:ext cx="263908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ADDED HEALTHCARE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PROVIDERS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5562952" y="3129597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562952" y="3627359"/>
            <a:ext cx="146694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PHARMACY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496277" y="4379199"/>
            <a:ext cx="21134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 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MAPS SERVICES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333255" y="4731307"/>
            <a:ext cx="27390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ANALYZE SYMPTOMS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370974" y="5257800"/>
            <a:ext cx="47162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ILLNESS PREDICTION + SUGGESTION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067075" y="4122341"/>
            <a:ext cx="58053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VALIDATE INPUT &amp; SEND REQUEST + USER DATA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400558" y="6140347"/>
            <a:ext cx="46201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MANAGEMENT &amp; PROCESSING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153899" y="6956660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 DATABASE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124950" y="6692329"/>
            <a:ext cx="130748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DATABASE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124950" y="7549956"/>
            <a:ext cx="146192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DATABASE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5421689" y="5993996"/>
            <a:ext cx="1466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DOCTOR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5301632" y="6677490"/>
            <a:ext cx="23096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HOSPITAL / CLINIC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231256" y="8512477"/>
            <a:ext cx="42011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MEDICAL RECORDS / REMAINDER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763792" y="6821611"/>
            <a:ext cx="172336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REAL - TIME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 FEED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574089" y="7440101"/>
            <a:ext cx="14619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PHARMACY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31430" y="8286370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371768" y="8115921"/>
            <a:ext cx="194672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VIDEO CONSULTATION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512380" y="8926934"/>
            <a:ext cx="31860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ESTABLISH CONNECTION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277449" y="9382392"/>
            <a:ext cx="21544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WEBRTC SERVICE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1131679" y="8116376"/>
            <a:ext cx="3264253" cy="1850468"/>
            <a:chOff x="0" y="0"/>
            <a:chExt cx="859721" cy="4873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1" id="111"/>
          <p:cNvSpPr/>
          <p:nvPr/>
        </p:nvSpPr>
        <p:spPr>
          <a:xfrm flipV="true">
            <a:off x="11131679" y="8816682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11437176" y="9326726"/>
            <a:ext cx="2793175" cy="491139"/>
            <a:chOff x="0" y="0"/>
            <a:chExt cx="735651" cy="12935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35651" cy="129353"/>
            </a:xfrm>
            <a:custGeom>
              <a:avLst/>
              <a:gdLst/>
              <a:ahLst/>
              <a:cxnLst/>
              <a:rect r="r" b="b" t="t" l="l"/>
              <a:pathLst>
                <a:path h="129353" w="735651">
                  <a:moveTo>
                    <a:pt x="47119" y="0"/>
                  </a:moveTo>
                  <a:lnTo>
                    <a:pt x="688532" y="0"/>
                  </a:lnTo>
                  <a:cubicBezTo>
                    <a:pt x="701028" y="0"/>
                    <a:pt x="713013" y="4964"/>
                    <a:pt x="721850" y="13801"/>
                  </a:cubicBezTo>
                  <a:cubicBezTo>
                    <a:pt x="730687" y="22638"/>
                    <a:pt x="735651" y="34623"/>
                    <a:pt x="735651" y="47119"/>
                  </a:cubicBezTo>
                  <a:lnTo>
                    <a:pt x="735651" y="82234"/>
                  </a:lnTo>
                  <a:cubicBezTo>
                    <a:pt x="735651" y="94731"/>
                    <a:pt x="730687" y="106716"/>
                    <a:pt x="721850" y="115552"/>
                  </a:cubicBezTo>
                  <a:cubicBezTo>
                    <a:pt x="713013" y="124389"/>
                    <a:pt x="701028" y="129353"/>
                    <a:pt x="688532" y="129353"/>
                  </a:cubicBezTo>
                  <a:lnTo>
                    <a:pt x="47119" y="129353"/>
                  </a:lnTo>
                  <a:cubicBezTo>
                    <a:pt x="34623" y="129353"/>
                    <a:pt x="22638" y="124389"/>
                    <a:pt x="13801" y="115552"/>
                  </a:cubicBezTo>
                  <a:cubicBezTo>
                    <a:pt x="4964" y="106716"/>
                    <a:pt x="0" y="94731"/>
                    <a:pt x="0" y="82234"/>
                  </a:cubicBezTo>
                  <a:lnTo>
                    <a:pt x="0" y="47119"/>
                  </a:lnTo>
                  <a:cubicBezTo>
                    <a:pt x="0" y="34623"/>
                    <a:pt x="4964" y="22638"/>
                    <a:pt x="13801" y="13801"/>
                  </a:cubicBezTo>
                  <a:cubicBezTo>
                    <a:pt x="22638" y="4964"/>
                    <a:pt x="34623" y="0"/>
                    <a:pt x="471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735651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11207692" y="8276845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058320" y="8283917"/>
            <a:ext cx="19467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NAVIGATION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1337642" y="8900884"/>
            <a:ext cx="31860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SHOW ROUTE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946419" y="9382392"/>
            <a:ext cx="21544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MAPS SERVICE</a:t>
            </a:r>
          </a:p>
        </p:txBody>
      </p:sp>
      <p:sp>
        <p:nvSpPr>
          <p:cNvPr name="AutoShape 119" id="119"/>
          <p:cNvSpPr/>
          <p:nvPr/>
        </p:nvSpPr>
        <p:spPr>
          <a:xfrm flipH="true">
            <a:off x="11131679" y="8116376"/>
            <a:ext cx="678992" cy="69760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0" id="120"/>
          <p:cNvSpPr/>
          <p:nvPr/>
        </p:nvSpPr>
        <p:spPr>
          <a:xfrm flipH="false" flipV="false" rot="0">
            <a:off x="11525873" y="9382754"/>
            <a:ext cx="375169" cy="364937"/>
          </a:xfrm>
          <a:custGeom>
            <a:avLst/>
            <a:gdLst/>
            <a:ahLst/>
            <a:cxnLst/>
            <a:rect r="r" b="b" t="t" l="l"/>
            <a:pathLst>
              <a:path h="364937" w="375169">
                <a:moveTo>
                  <a:pt x="0" y="0"/>
                </a:moveTo>
                <a:lnTo>
                  <a:pt x="375170" y="0"/>
                </a:lnTo>
                <a:lnTo>
                  <a:pt x="375170" y="364937"/>
                </a:lnTo>
                <a:lnTo>
                  <a:pt x="0" y="364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0">
            <a:off x="14632570" y="8109304"/>
            <a:ext cx="3264253" cy="1850468"/>
            <a:chOff x="0" y="0"/>
            <a:chExt cx="859721" cy="48736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59721" cy="487366"/>
            </a:xfrm>
            <a:custGeom>
              <a:avLst/>
              <a:gdLst/>
              <a:ahLst/>
              <a:cxnLst/>
              <a:rect r="r" b="b" t="t" l="l"/>
              <a:pathLst>
                <a:path h="487366" w="859721">
                  <a:moveTo>
                    <a:pt x="40319" y="0"/>
                  </a:moveTo>
                  <a:lnTo>
                    <a:pt x="819402" y="0"/>
                  </a:lnTo>
                  <a:cubicBezTo>
                    <a:pt x="830095" y="0"/>
                    <a:pt x="840350" y="4248"/>
                    <a:pt x="847912" y="11809"/>
                  </a:cubicBezTo>
                  <a:cubicBezTo>
                    <a:pt x="855473" y="19371"/>
                    <a:pt x="859721" y="29626"/>
                    <a:pt x="859721" y="40319"/>
                  </a:cubicBezTo>
                  <a:lnTo>
                    <a:pt x="859721" y="447047"/>
                  </a:lnTo>
                  <a:cubicBezTo>
                    <a:pt x="859721" y="457740"/>
                    <a:pt x="855473" y="467996"/>
                    <a:pt x="847912" y="475557"/>
                  </a:cubicBezTo>
                  <a:cubicBezTo>
                    <a:pt x="840350" y="483118"/>
                    <a:pt x="830095" y="487366"/>
                    <a:pt x="819402" y="487366"/>
                  </a:cubicBezTo>
                  <a:lnTo>
                    <a:pt x="40319" y="487366"/>
                  </a:lnTo>
                  <a:cubicBezTo>
                    <a:pt x="29626" y="487366"/>
                    <a:pt x="19371" y="483118"/>
                    <a:pt x="11809" y="475557"/>
                  </a:cubicBezTo>
                  <a:cubicBezTo>
                    <a:pt x="4248" y="467996"/>
                    <a:pt x="0" y="457740"/>
                    <a:pt x="0" y="447047"/>
                  </a:cubicBezTo>
                  <a:lnTo>
                    <a:pt x="0" y="40319"/>
                  </a:lnTo>
                  <a:cubicBezTo>
                    <a:pt x="0" y="29626"/>
                    <a:pt x="4248" y="19371"/>
                    <a:pt x="11809" y="11809"/>
                  </a:cubicBezTo>
                  <a:cubicBezTo>
                    <a:pt x="19371" y="4248"/>
                    <a:pt x="29626" y="0"/>
                    <a:pt x="40319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859721" cy="52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4" id="124"/>
          <p:cNvSpPr/>
          <p:nvPr/>
        </p:nvSpPr>
        <p:spPr>
          <a:xfrm flipV="true">
            <a:off x="14632570" y="8809610"/>
            <a:ext cx="3235678" cy="437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5" id="125"/>
          <p:cNvGrpSpPr/>
          <p:nvPr/>
        </p:nvGrpSpPr>
        <p:grpSpPr>
          <a:xfrm rot="0">
            <a:off x="14848038" y="9319653"/>
            <a:ext cx="2883204" cy="491139"/>
            <a:chOff x="0" y="0"/>
            <a:chExt cx="759362" cy="12935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59362" cy="129353"/>
            </a:xfrm>
            <a:custGeom>
              <a:avLst/>
              <a:gdLst/>
              <a:ahLst/>
              <a:cxnLst/>
              <a:rect r="r" b="b" t="t" l="l"/>
              <a:pathLst>
                <a:path h="129353" w="759362">
                  <a:moveTo>
                    <a:pt x="45648" y="0"/>
                  </a:moveTo>
                  <a:lnTo>
                    <a:pt x="713714" y="0"/>
                  </a:lnTo>
                  <a:cubicBezTo>
                    <a:pt x="738925" y="0"/>
                    <a:pt x="759362" y="20437"/>
                    <a:pt x="759362" y="45648"/>
                  </a:cubicBezTo>
                  <a:lnTo>
                    <a:pt x="759362" y="83705"/>
                  </a:lnTo>
                  <a:cubicBezTo>
                    <a:pt x="759362" y="108916"/>
                    <a:pt x="738925" y="129353"/>
                    <a:pt x="713714" y="129353"/>
                  </a:cubicBezTo>
                  <a:lnTo>
                    <a:pt x="45648" y="129353"/>
                  </a:lnTo>
                  <a:cubicBezTo>
                    <a:pt x="20437" y="129353"/>
                    <a:pt x="0" y="108916"/>
                    <a:pt x="0" y="83705"/>
                  </a:cubicBezTo>
                  <a:lnTo>
                    <a:pt x="0" y="45648"/>
                  </a:lnTo>
                  <a:cubicBezTo>
                    <a:pt x="0" y="20437"/>
                    <a:pt x="20437" y="0"/>
                    <a:pt x="45648" y="0"/>
                  </a:cubicBezTo>
                  <a:close/>
                </a:path>
              </a:pathLst>
            </a:custGeom>
            <a:solidFill>
              <a:srgbClr val="EFEEE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59362" cy="16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8" id="128"/>
          <p:cNvSpPr txBox="true"/>
          <p:nvPr/>
        </p:nvSpPr>
        <p:spPr>
          <a:xfrm rot="0">
            <a:off x="15520707" y="8286370"/>
            <a:ext cx="21283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EMERGENCY SOS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848038" y="8892842"/>
            <a:ext cx="20720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ACTIVATED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549194" y="9375320"/>
            <a:ext cx="18336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SOS SERVICES</a:t>
            </a:r>
          </a:p>
        </p:txBody>
      </p:sp>
      <p:sp>
        <p:nvSpPr>
          <p:cNvPr name="AutoShape 131" id="131"/>
          <p:cNvSpPr/>
          <p:nvPr/>
        </p:nvSpPr>
        <p:spPr>
          <a:xfrm flipH="true">
            <a:off x="14682241" y="8109304"/>
            <a:ext cx="619391" cy="726389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2" id="132"/>
          <p:cNvSpPr txBox="true"/>
          <p:nvPr/>
        </p:nvSpPr>
        <p:spPr>
          <a:xfrm rot="0">
            <a:off x="14712894" y="8276845"/>
            <a:ext cx="5792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OPT</a:t>
            </a:r>
          </a:p>
        </p:txBody>
      </p:sp>
      <p:sp>
        <p:nvSpPr>
          <p:cNvPr name="Freeform 133" id="133"/>
          <p:cNvSpPr/>
          <p:nvPr/>
        </p:nvSpPr>
        <p:spPr>
          <a:xfrm flipH="false" flipV="false" rot="0">
            <a:off x="14968805" y="9372090"/>
            <a:ext cx="457848" cy="400409"/>
          </a:xfrm>
          <a:custGeom>
            <a:avLst/>
            <a:gdLst/>
            <a:ahLst/>
            <a:cxnLst/>
            <a:rect r="r" b="b" t="t" l="l"/>
            <a:pathLst>
              <a:path h="400409" w="457848">
                <a:moveTo>
                  <a:pt x="0" y="0"/>
                </a:moveTo>
                <a:lnTo>
                  <a:pt x="457848" y="0"/>
                </a:lnTo>
                <a:lnTo>
                  <a:pt x="457848" y="400410"/>
                </a:lnTo>
                <a:lnTo>
                  <a:pt x="0" y="40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4" id="134"/>
          <p:cNvSpPr/>
          <p:nvPr/>
        </p:nvSpPr>
        <p:spPr>
          <a:xfrm flipV="true">
            <a:off x="2873966" y="7567050"/>
            <a:ext cx="2691195" cy="58697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5" id="135"/>
          <p:cNvSpPr/>
          <p:nvPr/>
        </p:nvSpPr>
        <p:spPr>
          <a:xfrm>
            <a:off x="16066698" y="5143500"/>
            <a:ext cx="1830124" cy="294958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>
            <a:off x="17868248" y="5438458"/>
            <a:ext cx="28575" cy="359608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7" id="137"/>
          <p:cNvSpPr txBox="true"/>
          <p:nvPr/>
        </p:nvSpPr>
        <p:spPr>
          <a:xfrm rot="0">
            <a:off x="13337490" y="4924425"/>
            <a:ext cx="74800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USER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9">
                <a:solidFill>
                  <a:srgbClr val="2B2C30"/>
                </a:solidFill>
                <a:latin typeface="Playfair Display 2 Bold"/>
                <a:ea typeface="Playfair Display 2 Bold"/>
                <a:cs typeface="Playfair Display 2 Bold"/>
                <a:sym typeface="Playfair Display 2 Bold"/>
              </a:rPr>
              <a:t>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72" y="4334821"/>
            <a:ext cx="11285056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DAG_b7HPcec</dc:identifier>
  <dcterms:modified xsi:type="dcterms:W3CDTF">2011-08-01T06:04:30Z</dcterms:modified>
  <cp:revision>1</cp:revision>
  <dc:title>BAYMAX - 3rd Review PPT</dc:title>
</cp:coreProperties>
</file>